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1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AA1B-26A3-703B-1B59-BE9D01023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72929-D746-9EA2-88E2-37E170F36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7C8F2-FE54-9DCD-501C-25BF72E35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48811-6F7C-4EEB-BD0B-2C8220FEE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7A32-5011-B786-71EF-D1A78F3E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08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32476-7ECD-1CF9-C36C-FF6D9358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43219-82B9-371F-48A4-BBB1D1581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71985-AA7B-DA96-7352-507962C9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5CFF4-1841-57CE-433D-092F4F8D5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9FEAB-27BD-1EAC-0BC9-EAADCDB70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3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83B51-14BB-D098-48D2-00DA75E9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26C2-6121-7929-4876-4F6B8E4A3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C4AD8-9C02-A95B-2809-385DC7ACF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A3FC-50F1-E407-27A3-829A136E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16C36-3B0B-4C07-818D-29B97A38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9536-2707-5847-7586-A4CF8812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736B-6429-9280-246F-1FCAD9E58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63754-2E67-C091-0FDD-740951F45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CD38C-36B2-A6B6-321D-76BB996C1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1CCA4-4492-C146-5D00-2CDC2814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5B0A1-0F5D-B715-5CDE-39935EC9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7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AEB73-23E8-1E9F-CB49-42E07F56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2AF1A-43C6-9C39-53D3-9206D9AC5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9D1F7-27E4-92B6-1509-A7E2ECB0A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EEBE6-1492-E79E-D92B-61792BB28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876A9E-464C-9436-0686-3D6CA765E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E5F3E-8E9E-7EAA-F9A6-47E524ED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5CCDE5-0B4D-DB29-9117-7A8E7821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912112-DC24-91FD-C5F8-974883CD3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82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991D6-E57E-7586-6DAE-0CD64D9E9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8A92D-640E-E599-A3A9-B4A742DD9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D4831E-8942-DA6F-46BA-402D27EB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1A0AAA-7FFF-2A7E-2E77-7AABC16C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6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92A18-8B47-3EB4-C76E-87A154A1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9EF485-C471-2408-B6A7-A307FEFE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F688D-647F-9D32-51BD-CA7E37BA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6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5778-FBF2-6FDB-4E15-45006F0D6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AD09-A2C9-B2F0-C2E3-3BFAAC570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33116-4933-0A1E-5C4A-F17322702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EB7A4-2BEB-F78E-9FEF-3A232C335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3E82A-61F7-B054-00E1-5795EC45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39299-45BE-0BE2-7600-0223029A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6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1614-727A-A50A-9BCD-CF7A942B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C8D1B-3AD6-4610-9A4A-EBC2ECB5B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782568-D193-B9EF-E931-0476B184A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D65C81-F66B-F58C-1632-5EB55BE5C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D266F-1E22-960C-6983-0DF17148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4DD34-265C-527B-3B62-C7ABA9EA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4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F3EBC-DCD4-1A96-4E77-DFBA7852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64706-1FA1-C73F-BF93-BC2C9D380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55F9-5D26-B0DD-1AAE-7552EACB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BEF53-F5BC-5372-A17E-7AFF5CD3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49739-6080-E5F6-F3B2-DC625188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6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E07E7-8DE8-0106-3499-2300D16EBF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BDFC0-64D1-9F3E-4B08-D19D50ACA6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3EA9B-31EB-4532-B2B4-F5D85FFE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8A8F3-86F7-28C6-11FF-B4BCC373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96846-2C98-AA50-A82A-30408C424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9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5CA39-BF17-F4A5-8CFD-7E7B5D31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BC279-23E1-0746-23F1-3C4E779B3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79945-4215-2650-4528-86C261C34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4219A9-FE5C-4F0B-9FF8-4AC037278759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4D352-E108-3718-DE6E-BEA1E2F80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74ED6-7404-31CB-FA9C-5BFF07523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4FB88-3C0E-4604-B74C-F3B85FA1F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6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C058F7-8E24-DE59-A566-1E2EB0AE5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6" r="-1" b="19372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2699DB6-C6D9-2561-B016-AE5D89FC6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821" y="3427718"/>
            <a:ext cx="3643565" cy="3429000"/>
          </a:xfrm>
          <a:prstGeom prst="rect">
            <a:avLst/>
          </a:prstGeom>
        </p:spPr>
      </p:pic>
      <p:pic>
        <p:nvPicPr>
          <p:cNvPr id="8" name="Picture 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3BEC675-107A-127D-ECD2-94CE5CF3E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97" y="-1282"/>
            <a:ext cx="3643565" cy="3429000"/>
          </a:xfrm>
          <a:prstGeom prst="rect">
            <a:avLst/>
          </a:prstGeom>
        </p:spPr>
      </p:pic>
      <p:pic>
        <p:nvPicPr>
          <p:cNvPr id="10" name="Picture 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F2E2BD8-2A4D-C297-0741-B1A0806E2F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208" y="3426436"/>
            <a:ext cx="3643565" cy="3429000"/>
          </a:xfrm>
          <a:prstGeom prst="rect">
            <a:avLst/>
          </a:prstGeom>
        </p:spPr>
      </p:pic>
      <p:pic>
        <p:nvPicPr>
          <p:cNvPr id="11" name="Picture 1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4A93CC6-1BDD-0325-CB28-2A46C525CB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19" y="3427718"/>
            <a:ext cx="3643565" cy="3429000"/>
          </a:xfrm>
          <a:prstGeom prst="rect">
            <a:avLst/>
          </a:prstGeom>
        </p:spPr>
      </p:pic>
      <p:pic>
        <p:nvPicPr>
          <p:cNvPr id="12" name="Picture 1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8C5D2EB-7816-EB3C-00CA-C846EBE0B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160" y="-3846"/>
            <a:ext cx="3643565" cy="3429000"/>
          </a:xfrm>
          <a:prstGeom prst="rect">
            <a:avLst/>
          </a:prstGeom>
        </p:spPr>
      </p:pic>
      <p:pic>
        <p:nvPicPr>
          <p:cNvPr id="13" name="Picture 1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450D041-FCC7-366E-BDBD-16A17C9E7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5" y="-3846"/>
            <a:ext cx="364356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EF012-06A0-95B5-6150-DF14982C6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EFD385A-1168-E443-57AC-E5FFB5428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06" r="-1" b="19372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9CEADCD-9451-3A66-5F21-3D261CB9A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3" y="0"/>
            <a:ext cx="728713" cy="685800"/>
          </a:xfrm>
          <a:prstGeom prst="rect">
            <a:avLst/>
          </a:prstGeom>
        </p:spPr>
      </p:pic>
      <p:pic>
        <p:nvPicPr>
          <p:cNvPr id="2" name="Picture 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B120794-6A62-8BE6-3275-F83B7672B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2" y="685800"/>
            <a:ext cx="728713" cy="685800"/>
          </a:xfrm>
          <a:prstGeom prst="rect">
            <a:avLst/>
          </a:prstGeom>
        </p:spPr>
      </p:pic>
      <p:pic>
        <p:nvPicPr>
          <p:cNvPr id="3" name="Picture 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C510E9D-193D-9F0F-ECDC-E7BFD7C18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2" y="1370318"/>
            <a:ext cx="728713" cy="685800"/>
          </a:xfrm>
          <a:prstGeom prst="rect">
            <a:avLst/>
          </a:prstGeom>
        </p:spPr>
      </p:pic>
      <p:pic>
        <p:nvPicPr>
          <p:cNvPr id="4" name="Picture 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16B4663-FD30-C79A-337C-FCA25D334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2" y="2054836"/>
            <a:ext cx="728713" cy="685800"/>
          </a:xfrm>
          <a:prstGeom prst="rect">
            <a:avLst/>
          </a:prstGeom>
        </p:spPr>
      </p:pic>
      <p:pic>
        <p:nvPicPr>
          <p:cNvPr id="5" name="Picture 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DBAF7AF-9A31-9585-F669-0A74C8095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2" y="2744482"/>
            <a:ext cx="728713" cy="685800"/>
          </a:xfrm>
          <a:prstGeom prst="rect">
            <a:avLst/>
          </a:prstGeom>
        </p:spPr>
      </p:pic>
      <p:pic>
        <p:nvPicPr>
          <p:cNvPr id="6" name="Picture 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36223BD-325D-3D0E-E892-78A5F00F4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1" y="3430282"/>
            <a:ext cx="728713" cy="685800"/>
          </a:xfrm>
          <a:prstGeom prst="rect">
            <a:avLst/>
          </a:prstGeom>
        </p:spPr>
      </p:pic>
      <p:pic>
        <p:nvPicPr>
          <p:cNvPr id="9" name="Picture 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93069EB-4EA4-E0E2-BCB8-B774A7C04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1" y="4119928"/>
            <a:ext cx="728713" cy="685800"/>
          </a:xfrm>
          <a:prstGeom prst="rect">
            <a:avLst/>
          </a:prstGeom>
        </p:spPr>
      </p:pic>
      <p:pic>
        <p:nvPicPr>
          <p:cNvPr id="14" name="Picture 1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03D8795-E429-7A6C-07CE-D64761FA1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0" y="4805728"/>
            <a:ext cx="728713" cy="685800"/>
          </a:xfrm>
          <a:prstGeom prst="rect">
            <a:avLst/>
          </a:prstGeom>
        </p:spPr>
      </p:pic>
      <p:pic>
        <p:nvPicPr>
          <p:cNvPr id="15" name="Picture 1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0C27BCF-B6A6-D91E-14CC-CF2AD6800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0" y="5491528"/>
            <a:ext cx="728713" cy="685800"/>
          </a:xfrm>
          <a:prstGeom prst="rect">
            <a:avLst/>
          </a:prstGeom>
        </p:spPr>
      </p:pic>
      <p:pic>
        <p:nvPicPr>
          <p:cNvPr id="16" name="Picture 1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2A88B41-CB52-6443-5D15-113ED845E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39" y="6169636"/>
            <a:ext cx="728713" cy="685800"/>
          </a:xfrm>
          <a:prstGeom prst="rect">
            <a:avLst/>
          </a:prstGeom>
        </p:spPr>
      </p:pic>
      <p:pic>
        <p:nvPicPr>
          <p:cNvPr id="17" name="Picture 1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BBB186F-9581-723C-7331-C5D722E1B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2" y="11538"/>
            <a:ext cx="728713" cy="685800"/>
          </a:xfrm>
          <a:prstGeom prst="rect">
            <a:avLst/>
          </a:prstGeom>
        </p:spPr>
      </p:pic>
      <p:pic>
        <p:nvPicPr>
          <p:cNvPr id="18" name="Picture 1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475BD16-34C8-FCA7-CC99-D2BEE39DC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1" y="697338"/>
            <a:ext cx="728713" cy="685800"/>
          </a:xfrm>
          <a:prstGeom prst="rect">
            <a:avLst/>
          </a:prstGeom>
        </p:spPr>
      </p:pic>
      <p:pic>
        <p:nvPicPr>
          <p:cNvPr id="19" name="Picture 1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C7C3B02-206D-871A-5F91-673011E8E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1" y="1381856"/>
            <a:ext cx="728713" cy="685800"/>
          </a:xfrm>
          <a:prstGeom prst="rect">
            <a:avLst/>
          </a:prstGeom>
        </p:spPr>
      </p:pic>
      <p:pic>
        <p:nvPicPr>
          <p:cNvPr id="20" name="Picture 1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6DBC30B-CA84-60D9-74CD-4D1DF3B97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1" y="2066374"/>
            <a:ext cx="728713" cy="685800"/>
          </a:xfrm>
          <a:prstGeom prst="rect">
            <a:avLst/>
          </a:prstGeom>
        </p:spPr>
      </p:pic>
      <p:pic>
        <p:nvPicPr>
          <p:cNvPr id="21" name="Picture 2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90865CD-A8A2-DE4C-48EF-4E14F68EF4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641" y="2756020"/>
            <a:ext cx="728713" cy="685800"/>
          </a:xfrm>
          <a:prstGeom prst="rect">
            <a:avLst/>
          </a:prstGeom>
        </p:spPr>
      </p:pic>
      <p:pic>
        <p:nvPicPr>
          <p:cNvPr id="23" name="Picture 2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15D082C-503C-5DCC-7F34-50CF611BC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6" y="3425795"/>
            <a:ext cx="728713" cy="685800"/>
          </a:xfrm>
          <a:prstGeom prst="rect">
            <a:avLst/>
          </a:prstGeom>
        </p:spPr>
      </p:pic>
      <p:pic>
        <p:nvPicPr>
          <p:cNvPr id="24" name="Picture 2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062168B-9D38-E303-8617-E31B0A852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6" y="4112877"/>
            <a:ext cx="728713" cy="685800"/>
          </a:xfrm>
          <a:prstGeom prst="rect">
            <a:avLst/>
          </a:prstGeom>
        </p:spPr>
      </p:pic>
      <p:pic>
        <p:nvPicPr>
          <p:cNvPr id="25" name="Picture 2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4B767A7-5A97-10D3-F239-4CFD0F9A7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5" y="4809574"/>
            <a:ext cx="728713" cy="685800"/>
          </a:xfrm>
          <a:prstGeom prst="rect">
            <a:avLst/>
          </a:prstGeom>
        </p:spPr>
      </p:pic>
      <p:pic>
        <p:nvPicPr>
          <p:cNvPr id="26" name="Picture 2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EFB226E-B4A1-B2C5-B8D1-AF9945CF9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3" y="5492810"/>
            <a:ext cx="728713" cy="685800"/>
          </a:xfrm>
          <a:prstGeom prst="rect">
            <a:avLst/>
          </a:prstGeom>
        </p:spPr>
      </p:pic>
      <p:pic>
        <p:nvPicPr>
          <p:cNvPr id="27" name="Picture 2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F549994-1D4D-894B-C554-90EEF9093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1" y="6183738"/>
            <a:ext cx="728713" cy="685800"/>
          </a:xfrm>
          <a:prstGeom prst="rect">
            <a:avLst/>
          </a:prstGeom>
        </p:spPr>
      </p:pic>
      <p:pic>
        <p:nvPicPr>
          <p:cNvPr id="28" name="Picture 2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1DA255B-3D1D-E280-E8F7-146C447ED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9" y="5769"/>
            <a:ext cx="728713" cy="685800"/>
          </a:xfrm>
          <a:prstGeom prst="rect">
            <a:avLst/>
          </a:prstGeom>
        </p:spPr>
      </p:pic>
      <p:pic>
        <p:nvPicPr>
          <p:cNvPr id="29" name="Picture 2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704A502-86A8-5BFA-EFB6-FFB1900DA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9" y="672339"/>
            <a:ext cx="728713" cy="685800"/>
          </a:xfrm>
          <a:prstGeom prst="rect">
            <a:avLst/>
          </a:prstGeom>
        </p:spPr>
      </p:pic>
      <p:pic>
        <p:nvPicPr>
          <p:cNvPr id="30" name="Picture 2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F3236AC-E1C4-5534-A663-56B3DAA34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9" y="1354293"/>
            <a:ext cx="728713" cy="685800"/>
          </a:xfrm>
          <a:prstGeom prst="rect">
            <a:avLst/>
          </a:prstGeom>
        </p:spPr>
      </p:pic>
      <p:pic>
        <p:nvPicPr>
          <p:cNvPr id="31" name="Picture 3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E279280-1103-CE2E-734A-5AC196B59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8" y="2049387"/>
            <a:ext cx="728713" cy="685800"/>
          </a:xfrm>
          <a:prstGeom prst="rect">
            <a:avLst/>
          </a:prstGeom>
        </p:spPr>
      </p:pic>
      <p:pic>
        <p:nvPicPr>
          <p:cNvPr id="32" name="Picture 3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2D1EAA8-5E09-DBC4-73B8-9DCB50A8D1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47" y="2750892"/>
            <a:ext cx="728713" cy="685800"/>
          </a:xfrm>
          <a:prstGeom prst="rect">
            <a:avLst/>
          </a:prstGeom>
        </p:spPr>
      </p:pic>
      <p:pic>
        <p:nvPicPr>
          <p:cNvPr id="43" name="Picture 4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10867A9-C394-D91C-397A-1CB8FBF86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3" y="691569"/>
            <a:ext cx="728713" cy="685800"/>
          </a:xfrm>
          <a:prstGeom prst="rect">
            <a:avLst/>
          </a:prstGeom>
        </p:spPr>
      </p:pic>
      <p:pic>
        <p:nvPicPr>
          <p:cNvPr id="44" name="Picture 4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437991F-9E93-3FE5-B145-2C65222C5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3" y="1376087"/>
            <a:ext cx="728713" cy="685800"/>
          </a:xfrm>
          <a:prstGeom prst="rect">
            <a:avLst/>
          </a:prstGeom>
        </p:spPr>
      </p:pic>
      <p:pic>
        <p:nvPicPr>
          <p:cNvPr id="45" name="Picture 4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025E866-D7A4-29B2-B4B7-A2509C034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3" y="2060605"/>
            <a:ext cx="728713" cy="685800"/>
          </a:xfrm>
          <a:prstGeom prst="rect">
            <a:avLst/>
          </a:prstGeom>
        </p:spPr>
      </p:pic>
      <p:pic>
        <p:nvPicPr>
          <p:cNvPr id="46" name="Picture 4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AB5A4F7-388E-D365-2D2A-9C6702D11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3" y="2750251"/>
            <a:ext cx="728713" cy="685800"/>
          </a:xfrm>
          <a:prstGeom prst="rect">
            <a:avLst/>
          </a:prstGeom>
        </p:spPr>
      </p:pic>
      <p:pic>
        <p:nvPicPr>
          <p:cNvPr id="47" name="Picture 4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045C9E8-5DAD-812D-AA51-1D52AA864D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2" y="3436051"/>
            <a:ext cx="728713" cy="685800"/>
          </a:xfrm>
          <a:prstGeom prst="rect">
            <a:avLst/>
          </a:prstGeom>
        </p:spPr>
      </p:pic>
      <p:pic>
        <p:nvPicPr>
          <p:cNvPr id="48" name="Picture 4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649E2C4-2D9A-C044-0117-0F62E76922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2" y="4125697"/>
            <a:ext cx="728713" cy="685800"/>
          </a:xfrm>
          <a:prstGeom prst="rect">
            <a:avLst/>
          </a:prstGeom>
        </p:spPr>
      </p:pic>
      <p:pic>
        <p:nvPicPr>
          <p:cNvPr id="49" name="Picture 4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40ABB27-E014-F707-1A15-DC089E7F5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1" y="4811497"/>
            <a:ext cx="728713" cy="685800"/>
          </a:xfrm>
          <a:prstGeom prst="rect">
            <a:avLst/>
          </a:prstGeom>
        </p:spPr>
      </p:pic>
      <p:pic>
        <p:nvPicPr>
          <p:cNvPr id="50" name="Picture 4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A1D9693-99EA-3526-736B-6977AE0C6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1" y="5497297"/>
            <a:ext cx="728713" cy="685800"/>
          </a:xfrm>
          <a:prstGeom prst="rect">
            <a:avLst/>
          </a:prstGeom>
        </p:spPr>
      </p:pic>
      <p:pic>
        <p:nvPicPr>
          <p:cNvPr id="51" name="Picture 5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629CEC9-CD2F-56C2-B083-D502C9DFF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0" y="6175405"/>
            <a:ext cx="728713" cy="685800"/>
          </a:xfrm>
          <a:prstGeom prst="rect">
            <a:avLst/>
          </a:prstGeom>
        </p:spPr>
      </p:pic>
      <p:pic>
        <p:nvPicPr>
          <p:cNvPr id="52" name="Picture 5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0BF0220-8B86-88B0-0700-6F2BD57BD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3" y="17307"/>
            <a:ext cx="728713" cy="685800"/>
          </a:xfrm>
          <a:prstGeom prst="rect">
            <a:avLst/>
          </a:prstGeom>
        </p:spPr>
      </p:pic>
      <p:pic>
        <p:nvPicPr>
          <p:cNvPr id="53" name="Picture 5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49DABF8-2541-16CF-20A8-BC44E311B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2" y="703107"/>
            <a:ext cx="728713" cy="685800"/>
          </a:xfrm>
          <a:prstGeom prst="rect">
            <a:avLst/>
          </a:prstGeom>
        </p:spPr>
      </p:pic>
      <p:pic>
        <p:nvPicPr>
          <p:cNvPr id="54" name="Picture 5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F3A60E6-85A3-5886-0DC5-EB12BE351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2" y="1387625"/>
            <a:ext cx="728713" cy="685800"/>
          </a:xfrm>
          <a:prstGeom prst="rect">
            <a:avLst/>
          </a:prstGeom>
        </p:spPr>
      </p:pic>
      <p:pic>
        <p:nvPicPr>
          <p:cNvPr id="55" name="Picture 5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6C257E0-2423-216F-38ED-CA1AB5EEEF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2" y="2072143"/>
            <a:ext cx="728713" cy="685800"/>
          </a:xfrm>
          <a:prstGeom prst="rect">
            <a:avLst/>
          </a:prstGeom>
        </p:spPr>
      </p:pic>
      <p:pic>
        <p:nvPicPr>
          <p:cNvPr id="56" name="Picture 5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9247473-BBAC-7B00-2A0E-3CCD3BDEC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042" y="2761789"/>
            <a:ext cx="728713" cy="685800"/>
          </a:xfrm>
          <a:prstGeom prst="rect">
            <a:avLst/>
          </a:prstGeom>
        </p:spPr>
      </p:pic>
      <p:pic>
        <p:nvPicPr>
          <p:cNvPr id="57" name="Picture 5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0C5DF73-5B11-E117-37E3-B29CD3105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7" y="3431564"/>
            <a:ext cx="728713" cy="685800"/>
          </a:xfrm>
          <a:prstGeom prst="rect">
            <a:avLst/>
          </a:prstGeom>
        </p:spPr>
      </p:pic>
      <p:pic>
        <p:nvPicPr>
          <p:cNvPr id="58" name="Picture 5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AB3F738-F78B-FBB4-3A91-4485DF79B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7" y="4118646"/>
            <a:ext cx="728713" cy="685800"/>
          </a:xfrm>
          <a:prstGeom prst="rect">
            <a:avLst/>
          </a:prstGeom>
        </p:spPr>
      </p:pic>
      <p:pic>
        <p:nvPicPr>
          <p:cNvPr id="59" name="Picture 5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3108E02-0169-30EF-84D1-ACD146BF7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6" y="4815343"/>
            <a:ext cx="728713" cy="685800"/>
          </a:xfrm>
          <a:prstGeom prst="rect">
            <a:avLst/>
          </a:prstGeom>
        </p:spPr>
      </p:pic>
      <p:pic>
        <p:nvPicPr>
          <p:cNvPr id="60" name="Picture 5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4996256-D743-B2B5-26BB-938758D4C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4" y="5498579"/>
            <a:ext cx="728713" cy="685800"/>
          </a:xfrm>
          <a:prstGeom prst="rect">
            <a:avLst/>
          </a:prstGeom>
        </p:spPr>
      </p:pic>
      <p:pic>
        <p:nvPicPr>
          <p:cNvPr id="61" name="Picture 6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DFC6766-CC0A-7504-6BB6-BA3A5990C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2" y="6189507"/>
            <a:ext cx="728713" cy="685800"/>
          </a:xfrm>
          <a:prstGeom prst="rect">
            <a:avLst/>
          </a:prstGeom>
        </p:spPr>
      </p:pic>
      <p:pic>
        <p:nvPicPr>
          <p:cNvPr id="62" name="Picture 6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9A91B87-6833-7E87-C78D-20A58E9F7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50" y="11538"/>
            <a:ext cx="728713" cy="685800"/>
          </a:xfrm>
          <a:prstGeom prst="rect">
            <a:avLst/>
          </a:prstGeom>
        </p:spPr>
      </p:pic>
      <p:pic>
        <p:nvPicPr>
          <p:cNvPr id="63" name="Picture 6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E22D387-C9C7-4FE2-CB43-AB75B6844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50" y="678108"/>
            <a:ext cx="728713" cy="685800"/>
          </a:xfrm>
          <a:prstGeom prst="rect">
            <a:avLst/>
          </a:prstGeom>
        </p:spPr>
      </p:pic>
      <p:pic>
        <p:nvPicPr>
          <p:cNvPr id="1024" name="Picture 102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9F97ECC-A217-577B-7567-6833364F4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50" y="1360062"/>
            <a:ext cx="728713" cy="685800"/>
          </a:xfrm>
          <a:prstGeom prst="rect">
            <a:avLst/>
          </a:prstGeom>
        </p:spPr>
      </p:pic>
      <p:pic>
        <p:nvPicPr>
          <p:cNvPr id="1025" name="Picture 102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9B693DD-AFD8-2076-C4D1-0588A2AB0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9" y="2055156"/>
            <a:ext cx="728713" cy="685800"/>
          </a:xfrm>
          <a:prstGeom prst="rect">
            <a:avLst/>
          </a:prstGeom>
        </p:spPr>
      </p:pic>
      <p:pic>
        <p:nvPicPr>
          <p:cNvPr id="1027" name="Picture 102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5DAD9D0-1F6A-FF84-3127-EB28CFADA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748" y="2756661"/>
            <a:ext cx="728713" cy="685800"/>
          </a:xfrm>
          <a:prstGeom prst="rect">
            <a:avLst/>
          </a:prstGeom>
        </p:spPr>
      </p:pic>
      <p:pic>
        <p:nvPicPr>
          <p:cNvPr id="1028" name="Picture 102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90403C7-EB28-AB63-6CFB-B55C9125C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2" y="697338"/>
            <a:ext cx="728713" cy="685800"/>
          </a:xfrm>
          <a:prstGeom prst="rect">
            <a:avLst/>
          </a:prstGeom>
        </p:spPr>
      </p:pic>
      <p:pic>
        <p:nvPicPr>
          <p:cNvPr id="1029" name="Picture 102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E60CB5C-9394-8E45-6D95-52828B6F21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2" y="1381856"/>
            <a:ext cx="728713" cy="685800"/>
          </a:xfrm>
          <a:prstGeom prst="rect">
            <a:avLst/>
          </a:prstGeom>
        </p:spPr>
      </p:pic>
      <p:pic>
        <p:nvPicPr>
          <p:cNvPr id="1030" name="Picture 102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8AE0512-0857-C003-D5E5-9695F8F96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2" y="2066374"/>
            <a:ext cx="728713" cy="685800"/>
          </a:xfrm>
          <a:prstGeom prst="rect">
            <a:avLst/>
          </a:prstGeom>
        </p:spPr>
      </p:pic>
      <p:pic>
        <p:nvPicPr>
          <p:cNvPr id="1032" name="Picture 103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A920116-D94C-67AE-CC50-B4B0FA3F9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2" y="2756020"/>
            <a:ext cx="728713" cy="685800"/>
          </a:xfrm>
          <a:prstGeom prst="rect">
            <a:avLst/>
          </a:prstGeom>
        </p:spPr>
      </p:pic>
      <p:pic>
        <p:nvPicPr>
          <p:cNvPr id="1033" name="Picture 103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12F7C65-0310-5D7F-81A1-14BB6F1A3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1" y="3441820"/>
            <a:ext cx="728713" cy="685800"/>
          </a:xfrm>
          <a:prstGeom prst="rect">
            <a:avLst/>
          </a:prstGeom>
        </p:spPr>
      </p:pic>
      <p:pic>
        <p:nvPicPr>
          <p:cNvPr id="1034" name="Picture 103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F25B7D9-1FCD-6267-B1EE-2173821D4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1" y="4131466"/>
            <a:ext cx="728713" cy="685800"/>
          </a:xfrm>
          <a:prstGeom prst="rect">
            <a:avLst/>
          </a:prstGeom>
        </p:spPr>
      </p:pic>
      <p:pic>
        <p:nvPicPr>
          <p:cNvPr id="1035" name="Picture 103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2DA9C18-7307-DEAC-3F48-9DE3CD681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0" y="4817266"/>
            <a:ext cx="728713" cy="685800"/>
          </a:xfrm>
          <a:prstGeom prst="rect">
            <a:avLst/>
          </a:prstGeom>
        </p:spPr>
      </p:pic>
      <p:pic>
        <p:nvPicPr>
          <p:cNvPr id="1036" name="Picture 103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0898964-ACE0-D33A-A517-98FB01612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0" y="5503066"/>
            <a:ext cx="728713" cy="685800"/>
          </a:xfrm>
          <a:prstGeom prst="rect">
            <a:avLst/>
          </a:prstGeom>
        </p:spPr>
      </p:pic>
      <p:pic>
        <p:nvPicPr>
          <p:cNvPr id="1037" name="Picture 103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1336101-7CF3-7540-38D2-6FB43C0B46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39" y="6181174"/>
            <a:ext cx="728713" cy="685800"/>
          </a:xfrm>
          <a:prstGeom prst="rect">
            <a:avLst/>
          </a:prstGeom>
        </p:spPr>
      </p:pic>
      <p:pic>
        <p:nvPicPr>
          <p:cNvPr id="1038" name="Picture 103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920A27D-8AC8-E1FC-1E55-CC659C4F6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2" y="23076"/>
            <a:ext cx="728713" cy="685800"/>
          </a:xfrm>
          <a:prstGeom prst="rect">
            <a:avLst/>
          </a:prstGeom>
        </p:spPr>
      </p:pic>
      <p:pic>
        <p:nvPicPr>
          <p:cNvPr id="1039" name="Picture 103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FBB98AF-EE65-ECBD-D1C9-6DC6F6EFC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1" y="708876"/>
            <a:ext cx="728713" cy="685800"/>
          </a:xfrm>
          <a:prstGeom prst="rect">
            <a:avLst/>
          </a:prstGeom>
        </p:spPr>
      </p:pic>
      <p:pic>
        <p:nvPicPr>
          <p:cNvPr id="1040" name="Picture 103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A3EE6E5-D78B-A44D-89D0-FAC26FBD93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1" y="1393394"/>
            <a:ext cx="728713" cy="685800"/>
          </a:xfrm>
          <a:prstGeom prst="rect">
            <a:avLst/>
          </a:prstGeom>
        </p:spPr>
      </p:pic>
      <p:pic>
        <p:nvPicPr>
          <p:cNvPr id="1041" name="Picture 104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CBCEE51-23D5-12ED-E0AA-218244EB2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1" y="2077912"/>
            <a:ext cx="728713" cy="685800"/>
          </a:xfrm>
          <a:prstGeom prst="rect">
            <a:avLst/>
          </a:prstGeom>
        </p:spPr>
      </p:pic>
      <p:pic>
        <p:nvPicPr>
          <p:cNvPr id="1042" name="Picture 104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2D380D3-BEBD-9C29-BEE4-A0FCDE257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441" y="2767558"/>
            <a:ext cx="728713" cy="685800"/>
          </a:xfrm>
          <a:prstGeom prst="rect">
            <a:avLst/>
          </a:prstGeom>
        </p:spPr>
      </p:pic>
      <p:pic>
        <p:nvPicPr>
          <p:cNvPr id="1043" name="Picture 104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31D37F0-E3EB-C10F-F74D-8ADD83E79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6" y="3437333"/>
            <a:ext cx="728713" cy="685800"/>
          </a:xfrm>
          <a:prstGeom prst="rect">
            <a:avLst/>
          </a:prstGeom>
        </p:spPr>
      </p:pic>
      <p:pic>
        <p:nvPicPr>
          <p:cNvPr id="1044" name="Picture 104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2744185-1B03-F335-9915-EE8AB71DF6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6" y="4124415"/>
            <a:ext cx="728713" cy="685800"/>
          </a:xfrm>
          <a:prstGeom prst="rect">
            <a:avLst/>
          </a:prstGeom>
        </p:spPr>
      </p:pic>
      <p:pic>
        <p:nvPicPr>
          <p:cNvPr id="1045" name="Picture 104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C6B01A2-CD82-75C1-3533-FB50DB900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5" y="4821112"/>
            <a:ext cx="728713" cy="685800"/>
          </a:xfrm>
          <a:prstGeom prst="rect">
            <a:avLst/>
          </a:prstGeom>
        </p:spPr>
      </p:pic>
      <p:pic>
        <p:nvPicPr>
          <p:cNvPr id="1046" name="Picture 104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DC7DA56-7B43-0E0C-8832-16CB408A07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3" y="5504348"/>
            <a:ext cx="728713" cy="685800"/>
          </a:xfrm>
          <a:prstGeom prst="rect">
            <a:avLst/>
          </a:prstGeom>
        </p:spPr>
      </p:pic>
      <p:pic>
        <p:nvPicPr>
          <p:cNvPr id="1047" name="Picture 104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2569D07-578A-6E66-B221-596C657B9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1" y="6195276"/>
            <a:ext cx="728713" cy="685800"/>
          </a:xfrm>
          <a:prstGeom prst="rect">
            <a:avLst/>
          </a:prstGeom>
        </p:spPr>
      </p:pic>
      <p:pic>
        <p:nvPicPr>
          <p:cNvPr id="1048" name="Picture 104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EB222ED-E394-D24D-5305-63C26D6D6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9" y="17307"/>
            <a:ext cx="728713" cy="685800"/>
          </a:xfrm>
          <a:prstGeom prst="rect">
            <a:avLst/>
          </a:prstGeom>
        </p:spPr>
      </p:pic>
      <p:pic>
        <p:nvPicPr>
          <p:cNvPr id="1049" name="Picture 104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80F6456-7446-72ED-8B47-8E15B4AC6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9" y="683877"/>
            <a:ext cx="728713" cy="685800"/>
          </a:xfrm>
          <a:prstGeom prst="rect">
            <a:avLst/>
          </a:prstGeom>
        </p:spPr>
      </p:pic>
      <p:pic>
        <p:nvPicPr>
          <p:cNvPr id="1050" name="Picture 104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EF82727-6650-3DA4-D50D-E110472EE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9" y="1365831"/>
            <a:ext cx="728713" cy="685800"/>
          </a:xfrm>
          <a:prstGeom prst="rect">
            <a:avLst/>
          </a:prstGeom>
        </p:spPr>
      </p:pic>
      <p:pic>
        <p:nvPicPr>
          <p:cNvPr id="1051" name="Picture 105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6E74E04-D049-8788-EF13-398FF24C5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8" y="2060925"/>
            <a:ext cx="728713" cy="685800"/>
          </a:xfrm>
          <a:prstGeom prst="rect">
            <a:avLst/>
          </a:prstGeom>
        </p:spPr>
      </p:pic>
      <p:pic>
        <p:nvPicPr>
          <p:cNvPr id="1052" name="Picture 105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3D94A21-4ED4-642C-34B9-D51B6EEAB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5147" y="2762430"/>
            <a:ext cx="728713" cy="685800"/>
          </a:xfrm>
          <a:prstGeom prst="rect">
            <a:avLst/>
          </a:prstGeom>
        </p:spPr>
      </p:pic>
      <p:pic>
        <p:nvPicPr>
          <p:cNvPr id="1053" name="Picture 105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BE694E9-7B8A-3040-CE87-96FDB3253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9" y="702466"/>
            <a:ext cx="728713" cy="685800"/>
          </a:xfrm>
          <a:prstGeom prst="rect">
            <a:avLst/>
          </a:prstGeom>
        </p:spPr>
      </p:pic>
      <p:pic>
        <p:nvPicPr>
          <p:cNvPr id="1054" name="Picture 105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52FD991-82D0-99C8-9056-3BB27F3C8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9" y="1386984"/>
            <a:ext cx="728713" cy="685800"/>
          </a:xfrm>
          <a:prstGeom prst="rect">
            <a:avLst/>
          </a:prstGeom>
        </p:spPr>
      </p:pic>
      <p:pic>
        <p:nvPicPr>
          <p:cNvPr id="1055" name="Picture 105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9769040-10F7-2A33-FD4D-1F1DB6208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9" y="2071502"/>
            <a:ext cx="728713" cy="685800"/>
          </a:xfrm>
          <a:prstGeom prst="rect">
            <a:avLst/>
          </a:prstGeom>
        </p:spPr>
      </p:pic>
      <p:pic>
        <p:nvPicPr>
          <p:cNvPr id="1056" name="Picture 105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98560F3-F129-7DFB-CC3C-196B52ACA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9" y="2761148"/>
            <a:ext cx="728713" cy="685800"/>
          </a:xfrm>
          <a:prstGeom prst="rect">
            <a:avLst/>
          </a:prstGeom>
        </p:spPr>
      </p:pic>
      <p:pic>
        <p:nvPicPr>
          <p:cNvPr id="1057" name="Picture 105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A53B1EC-9260-D331-E318-0E818B0F8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8" y="3446948"/>
            <a:ext cx="728713" cy="685800"/>
          </a:xfrm>
          <a:prstGeom prst="rect">
            <a:avLst/>
          </a:prstGeom>
        </p:spPr>
      </p:pic>
      <p:pic>
        <p:nvPicPr>
          <p:cNvPr id="1058" name="Picture 105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0784F3B-F286-3760-8967-CD3E4F1F3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8" y="4136594"/>
            <a:ext cx="728713" cy="685800"/>
          </a:xfrm>
          <a:prstGeom prst="rect">
            <a:avLst/>
          </a:prstGeom>
        </p:spPr>
      </p:pic>
      <p:pic>
        <p:nvPicPr>
          <p:cNvPr id="1059" name="Picture 105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6D99FB1-BA81-CA5B-3336-4165FC435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7" y="4822394"/>
            <a:ext cx="728713" cy="685800"/>
          </a:xfrm>
          <a:prstGeom prst="rect">
            <a:avLst/>
          </a:prstGeom>
        </p:spPr>
      </p:pic>
      <p:pic>
        <p:nvPicPr>
          <p:cNvPr id="1060" name="Picture 105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4CB6890-6C55-9DFC-F6FA-A5B4FC1B0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7" y="5508194"/>
            <a:ext cx="728713" cy="685800"/>
          </a:xfrm>
          <a:prstGeom prst="rect">
            <a:avLst/>
          </a:prstGeom>
        </p:spPr>
      </p:pic>
      <p:pic>
        <p:nvPicPr>
          <p:cNvPr id="1061" name="Picture 106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159F7AC-C980-797D-5ED5-AE97FBC06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6" y="6186302"/>
            <a:ext cx="728713" cy="685800"/>
          </a:xfrm>
          <a:prstGeom prst="rect">
            <a:avLst/>
          </a:prstGeom>
        </p:spPr>
      </p:pic>
      <p:pic>
        <p:nvPicPr>
          <p:cNvPr id="1062" name="Picture 106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CC1F8F7-BBE9-9039-1C5A-554A153C70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9" y="28204"/>
            <a:ext cx="728713" cy="685800"/>
          </a:xfrm>
          <a:prstGeom prst="rect">
            <a:avLst/>
          </a:prstGeom>
        </p:spPr>
      </p:pic>
      <p:pic>
        <p:nvPicPr>
          <p:cNvPr id="1063" name="Picture 106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BD611E2-712F-933B-4C5A-52EB7CB84C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8" y="714004"/>
            <a:ext cx="728713" cy="685800"/>
          </a:xfrm>
          <a:prstGeom prst="rect">
            <a:avLst/>
          </a:prstGeom>
        </p:spPr>
      </p:pic>
      <p:pic>
        <p:nvPicPr>
          <p:cNvPr id="1064" name="Picture 106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B20D20E-21B3-AADC-90E7-32D46610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8" y="1398522"/>
            <a:ext cx="728713" cy="685800"/>
          </a:xfrm>
          <a:prstGeom prst="rect">
            <a:avLst/>
          </a:prstGeom>
        </p:spPr>
      </p:pic>
      <p:pic>
        <p:nvPicPr>
          <p:cNvPr id="1065" name="Picture 106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98AD75F-1F21-646A-CADC-24AF86A73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8" y="2083040"/>
            <a:ext cx="728713" cy="685800"/>
          </a:xfrm>
          <a:prstGeom prst="rect">
            <a:avLst/>
          </a:prstGeom>
        </p:spPr>
      </p:pic>
      <p:pic>
        <p:nvPicPr>
          <p:cNvPr id="1066" name="Picture 106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1959F31-DA35-C5FC-4206-39FAC57F8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3838" y="2772686"/>
            <a:ext cx="728713" cy="685800"/>
          </a:xfrm>
          <a:prstGeom prst="rect">
            <a:avLst/>
          </a:prstGeom>
        </p:spPr>
      </p:pic>
      <p:pic>
        <p:nvPicPr>
          <p:cNvPr id="1067" name="Picture 106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35C60AD-761C-415D-2044-A5899E7CF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3" y="3442461"/>
            <a:ext cx="728713" cy="685800"/>
          </a:xfrm>
          <a:prstGeom prst="rect">
            <a:avLst/>
          </a:prstGeom>
        </p:spPr>
      </p:pic>
      <p:pic>
        <p:nvPicPr>
          <p:cNvPr id="1068" name="Picture 106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DC7F91F-5DD2-52C8-BE6E-AAF5BAA4E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3" y="4129543"/>
            <a:ext cx="728713" cy="685800"/>
          </a:xfrm>
          <a:prstGeom prst="rect">
            <a:avLst/>
          </a:prstGeom>
        </p:spPr>
      </p:pic>
      <p:pic>
        <p:nvPicPr>
          <p:cNvPr id="1069" name="Picture 106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A3F4207-E300-081A-EB60-818517BD6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2" y="4826240"/>
            <a:ext cx="728713" cy="685800"/>
          </a:xfrm>
          <a:prstGeom prst="rect">
            <a:avLst/>
          </a:prstGeom>
        </p:spPr>
      </p:pic>
      <p:pic>
        <p:nvPicPr>
          <p:cNvPr id="1070" name="Picture 106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6C80691-DD71-3948-8FB8-0203E98E0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0" y="5509476"/>
            <a:ext cx="728713" cy="685800"/>
          </a:xfrm>
          <a:prstGeom prst="rect">
            <a:avLst/>
          </a:prstGeom>
        </p:spPr>
      </p:pic>
      <p:pic>
        <p:nvPicPr>
          <p:cNvPr id="1071" name="Picture 107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077127D-B470-5674-F263-AB03DAD089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38" y="6200404"/>
            <a:ext cx="728713" cy="685800"/>
          </a:xfrm>
          <a:prstGeom prst="rect">
            <a:avLst/>
          </a:prstGeom>
        </p:spPr>
      </p:pic>
      <p:pic>
        <p:nvPicPr>
          <p:cNvPr id="1072" name="Picture 107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8FEC2B1-2D8D-AF90-458C-E243B6B6F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6" y="22435"/>
            <a:ext cx="728713" cy="685800"/>
          </a:xfrm>
          <a:prstGeom prst="rect">
            <a:avLst/>
          </a:prstGeom>
        </p:spPr>
      </p:pic>
      <p:pic>
        <p:nvPicPr>
          <p:cNvPr id="1073" name="Picture 107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22B19F2-B98D-3A2E-3799-3393EEBF40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6" y="689005"/>
            <a:ext cx="728713" cy="685800"/>
          </a:xfrm>
          <a:prstGeom prst="rect">
            <a:avLst/>
          </a:prstGeom>
        </p:spPr>
      </p:pic>
      <p:pic>
        <p:nvPicPr>
          <p:cNvPr id="1074" name="Picture 107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8F4559E-189A-7AF6-FFF1-36D0DC566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6" y="1370959"/>
            <a:ext cx="728713" cy="685800"/>
          </a:xfrm>
          <a:prstGeom prst="rect">
            <a:avLst/>
          </a:prstGeom>
        </p:spPr>
      </p:pic>
      <p:pic>
        <p:nvPicPr>
          <p:cNvPr id="1075" name="Picture 107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DF05778-007B-9003-0862-60006C2FB1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5" y="2066053"/>
            <a:ext cx="728713" cy="685800"/>
          </a:xfrm>
          <a:prstGeom prst="rect">
            <a:avLst/>
          </a:prstGeom>
        </p:spPr>
      </p:pic>
      <p:pic>
        <p:nvPicPr>
          <p:cNvPr id="1076" name="Picture 107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1553929-3A48-DE59-2C55-D051C6BD3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44" y="2767558"/>
            <a:ext cx="728713" cy="685800"/>
          </a:xfrm>
          <a:prstGeom prst="rect">
            <a:avLst/>
          </a:prstGeom>
        </p:spPr>
      </p:pic>
      <p:pic>
        <p:nvPicPr>
          <p:cNvPr id="1237" name="Picture 123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C4581BE-B1AB-82BE-A3F5-24C7D2917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8" y="5128"/>
            <a:ext cx="728713" cy="685800"/>
          </a:xfrm>
          <a:prstGeom prst="rect">
            <a:avLst/>
          </a:prstGeom>
        </p:spPr>
      </p:pic>
      <p:pic>
        <p:nvPicPr>
          <p:cNvPr id="1238" name="Picture 123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3098A03-D1F3-CC4C-C190-7B09253E33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9" y="690928"/>
            <a:ext cx="728713" cy="685800"/>
          </a:xfrm>
          <a:prstGeom prst="rect">
            <a:avLst/>
          </a:prstGeom>
        </p:spPr>
      </p:pic>
      <p:pic>
        <p:nvPicPr>
          <p:cNvPr id="1239" name="Picture 123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6A63120-21C4-A20B-FEA4-D891675F4A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9" y="1375446"/>
            <a:ext cx="728713" cy="685800"/>
          </a:xfrm>
          <a:prstGeom prst="rect">
            <a:avLst/>
          </a:prstGeom>
        </p:spPr>
      </p:pic>
      <p:pic>
        <p:nvPicPr>
          <p:cNvPr id="1240" name="Picture 123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12B185F-CD05-72E3-B6F0-3592ADDF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9" y="2059964"/>
            <a:ext cx="728713" cy="685800"/>
          </a:xfrm>
          <a:prstGeom prst="rect">
            <a:avLst/>
          </a:prstGeom>
        </p:spPr>
      </p:pic>
      <p:pic>
        <p:nvPicPr>
          <p:cNvPr id="1241" name="Picture 124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33CC26A-E902-C28D-C0BA-5B5E5C2083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9" y="2749610"/>
            <a:ext cx="728713" cy="685800"/>
          </a:xfrm>
          <a:prstGeom prst="rect">
            <a:avLst/>
          </a:prstGeom>
        </p:spPr>
      </p:pic>
      <p:pic>
        <p:nvPicPr>
          <p:cNvPr id="1242" name="Picture 124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750A7A9-3CD6-FF70-8C95-1D71C4F4F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0" y="3435410"/>
            <a:ext cx="728713" cy="685800"/>
          </a:xfrm>
          <a:prstGeom prst="rect">
            <a:avLst/>
          </a:prstGeom>
        </p:spPr>
      </p:pic>
      <p:pic>
        <p:nvPicPr>
          <p:cNvPr id="1243" name="Picture 124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441C772-8306-FD77-130E-15D323847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0" y="4125056"/>
            <a:ext cx="728713" cy="685800"/>
          </a:xfrm>
          <a:prstGeom prst="rect">
            <a:avLst/>
          </a:prstGeom>
        </p:spPr>
      </p:pic>
      <p:pic>
        <p:nvPicPr>
          <p:cNvPr id="1244" name="Picture 124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47A9687-B427-DF29-21AD-413E8889B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1" y="4810856"/>
            <a:ext cx="728713" cy="685800"/>
          </a:xfrm>
          <a:prstGeom prst="rect">
            <a:avLst/>
          </a:prstGeom>
        </p:spPr>
      </p:pic>
      <p:pic>
        <p:nvPicPr>
          <p:cNvPr id="1245" name="Picture 124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2C7B6FE-6BB4-6B7A-A24F-E2640D564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1" y="5496656"/>
            <a:ext cx="728713" cy="685800"/>
          </a:xfrm>
          <a:prstGeom prst="rect">
            <a:avLst/>
          </a:prstGeom>
        </p:spPr>
      </p:pic>
      <p:pic>
        <p:nvPicPr>
          <p:cNvPr id="1246" name="Picture 124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3B28B96-DB40-90D6-3283-7F8838E8EB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2" y="6174764"/>
            <a:ext cx="728713" cy="685800"/>
          </a:xfrm>
          <a:prstGeom prst="rect">
            <a:avLst/>
          </a:prstGeom>
        </p:spPr>
      </p:pic>
      <p:pic>
        <p:nvPicPr>
          <p:cNvPr id="1247" name="Picture 124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AE3770E-75F9-9F36-89BF-2F4BD8057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89" y="16666"/>
            <a:ext cx="728713" cy="685800"/>
          </a:xfrm>
          <a:prstGeom prst="rect">
            <a:avLst/>
          </a:prstGeom>
        </p:spPr>
      </p:pic>
      <p:pic>
        <p:nvPicPr>
          <p:cNvPr id="1248" name="Picture 124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61508B1-BDF5-D973-26A3-A27564B4FC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0" y="702466"/>
            <a:ext cx="728713" cy="685800"/>
          </a:xfrm>
          <a:prstGeom prst="rect">
            <a:avLst/>
          </a:prstGeom>
        </p:spPr>
      </p:pic>
      <p:pic>
        <p:nvPicPr>
          <p:cNvPr id="1249" name="Picture 124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9B104B0-6674-60DF-D293-98052A755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0" y="1386984"/>
            <a:ext cx="728713" cy="685800"/>
          </a:xfrm>
          <a:prstGeom prst="rect">
            <a:avLst/>
          </a:prstGeom>
        </p:spPr>
      </p:pic>
      <p:pic>
        <p:nvPicPr>
          <p:cNvPr id="1250" name="Picture 124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5E5463F-EB22-8291-003C-C8751A5F47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0" y="2071502"/>
            <a:ext cx="728713" cy="685800"/>
          </a:xfrm>
          <a:prstGeom prst="rect">
            <a:avLst/>
          </a:prstGeom>
        </p:spPr>
      </p:pic>
      <p:pic>
        <p:nvPicPr>
          <p:cNvPr id="1251" name="Picture 125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8B0BCC6-0F15-1A15-02FA-3A11FBD17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990" y="2761148"/>
            <a:ext cx="728713" cy="685800"/>
          </a:xfrm>
          <a:prstGeom prst="rect">
            <a:avLst/>
          </a:prstGeom>
        </p:spPr>
      </p:pic>
      <p:pic>
        <p:nvPicPr>
          <p:cNvPr id="1252" name="Picture 125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12BF818-8AAE-98B9-9618-C599484DDC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5" y="3430923"/>
            <a:ext cx="728713" cy="685800"/>
          </a:xfrm>
          <a:prstGeom prst="rect">
            <a:avLst/>
          </a:prstGeom>
        </p:spPr>
      </p:pic>
      <p:pic>
        <p:nvPicPr>
          <p:cNvPr id="1253" name="Picture 125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561AE69-E961-F212-1F7C-87E5D7132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5" y="4118005"/>
            <a:ext cx="728713" cy="685800"/>
          </a:xfrm>
          <a:prstGeom prst="rect">
            <a:avLst/>
          </a:prstGeom>
        </p:spPr>
      </p:pic>
      <p:pic>
        <p:nvPicPr>
          <p:cNvPr id="1254" name="Picture 125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386594D-A983-24CA-87D5-A12A2DEE8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4" y="4814702"/>
            <a:ext cx="728713" cy="685800"/>
          </a:xfrm>
          <a:prstGeom prst="rect">
            <a:avLst/>
          </a:prstGeom>
        </p:spPr>
      </p:pic>
      <p:pic>
        <p:nvPicPr>
          <p:cNvPr id="1255" name="Picture 125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FCC240F-B455-C3DD-B731-AEB5AC12A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2" y="5497938"/>
            <a:ext cx="728713" cy="685800"/>
          </a:xfrm>
          <a:prstGeom prst="rect">
            <a:avLst/>
          </a:prstGeom>
        </p:spPr>
      </p:pic>
      <p:pic>
        <p:nvPicPr>
          <p:cNvPr id="1256" name="Picture 125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6D7F215-413E-7C4D-CEAD-420DDF34FC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0" y="6188866"/>
            <a:ext cx="728713" cy="685800"/>
          </a:xfrm>
          <a:prstGeom prst="rect">
            <a:avLst/>
          </a:prstGeom>
        </p:spPr>
      </p:pic>
      <p:pic>
        <p:nvPicPr>
          <p:cNvPr id="1257" name="Picture 125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98058BE-2E63-EC68-9C1C-B185C0060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8" y="10897"/>
            <a:ext cx="728713" cy="685800"/>
          </a:xfrm>
          <a:prstGeom prst="rect">
            <a:avLst/>
          </a:prstGeom>
        </p:spPr>
      </p:pic>
      <p:pic>
        <p:nvPicPr>
          <p:cNvPr id="1258" name="Picture 125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8DD01ED-C5F0-2915-3FCE-66CC2200D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8" y="677467"/>
            <a:ext cx="728713" cy="685800"/>
          </a:xfrm>
          <a:prstGeom prst="rect">
            <a:avLst/>
          </a:prstGeom>
        </p:spPr>
      </p:pic>
      <p:pic>
        <p:nvPicPr>
          <p:cNvPr id="1259" name="Picture 125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65A2BBF-EE9A-9C5E-B724-9CDDBC75DA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8" y="1359421"/>
            <a:ext cx="728713" cy="685800"/>
          </a:xfrm>
          <a:prstGeom prst="rect">
            <a:avLst/>
          </a:prstGeom>
        </p:spPr>
      </p:pic>
      <p:pic>
        <p:nvPicPr>
          <p:cNvPr id="1260" name="Picture 125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6283B7E-F366-858E-4730-F920F8739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7" y="2054515"/>
            <a:ext cx="728713" cy="685800"/>
          </a:xfrm>
          <a:prstGeom prst="rect">
            <a:avLst/>
          </a:prstGeom>
        </p:spPr>
      </p:pic>
      <p:pic>
        <p:nvPicPr>
          <p:cNvPr id="1261" name="Picture 126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DF6CB07-F99A-969A-EF32-1AC4B892B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6" y="2756020"/>
            <a:ext cx="728713" cy="685800"/>
          </a:xfrm>
          <a:prstGeom prst="rect">
            <a:avLst/>
          </a:prstGeom>
        </p:spPr>
      </p:pic>
      <p:pic>
        <p:nvPicPr>
          <p:cNvPr id="1262" name="Picture 126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A7CD604-740B-5879-C698-E7DDCDC22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2" y="696697"/>
            <a:ext cx="728713" cy="685800"/>
          </a:xfrm>
          <a:prstGeom prst="rect">
            <a:avLst/>
          </a:prstGeom>
        </p:spPr>
      </p:pic>
      <p:pic>
        <p:nvPicPr>
          <p:cNvPr id="1263" name="Picture 126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46E7FB8-EBBB-0093-F76B-515C60C09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2" y="1381215"/>
            <a:ext cx="728713" cy="685800"/>
          </a:xfrm>
          <a:prstGeom prst="rect">
            <a:avLst/>
          </a:prstGeom>
        </p:spPr>
      </p:pic>
      <p:pic>
        <p:nvPicPr>
          <p:cNvPr id="1264" name="Picture 126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0BB5176-392D-46FC-9FB8-79F894C0D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2" y="2065733"/>
            <a:ext cx="728713" cy="685800"/>
          </a:xfrm>
          <a:prstGeom prst="rect">
            <a:avLst/>
          </a:prstGeom>
        </p:spPr>
      </p:pic>
      <p:pic>
        <p:nvPicPr>
          <p:cNvPr id="1265" name="Picture 126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D47F9AF-9804-C4B5-73ED-6A830EEBA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2" y="2755379"/>
            <a:ext cx="728713" cy="685800"/>
          </a:xfrm>
          <a:prstGeom prst="rect">
            <a:avLst/>
          </a:prstGeom>
        </p:spPr>
      </p:pic>
      <p:pic>
        <p:nvPicPr>
          <p:cNvPr id="1266" name="Picture 126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46A0150-626B-4A44-2FF7-7247ECD2E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1" y="3441179"/>
            <a:ext cx="728713" cy="685800"/>
          </a:xfrm>
          <a:prstGeom prst="rect">
            <a:avLst/>
          </a:prstGeom>
        </p:spPr>
      </p:pic>
      <p:pic>
        <p:nvPicPr>
          <p:cNvPr id="1267" name="Picture 126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8DFA136-C1D8-ACAC-75CC-F5EC05813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1" y="4130825"/>
            <a:ext cx="728713" cy="685800"/>
          </a:xfrm>
          <a:prstGeom prst="rect">
            <a:avLst/>
          </a:prstGeom>
        </p:spPr>
      </p:pic>
      <p:pic>
        <p:nvPicPr>
          <p:cNvPr id="1268" name="Picture 126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095592C-6756-7300-A77E-117BCC8ED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0" y="4816625"/>
            <a:ext cx="728713" cy="685800"/>
          </a:xfrm>
          <a:prstGeom prst="rect">
            <a:avLst/>
          </a:prstGeom>
        </p:spPr>
      </p:pic>
      <p:pic>
        <p:nvPicPr>
          <p:cNvPr id="1269" name="Picture 126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D5A809C-D17B-3EBA-3E87-3DE879F04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0" y="5502425"/>
            <a:ext cx="728713" cy="685800"/>
          </a:xfrm>
          <a:prstGeom prst="rect">
            <a:avLst/>
          </a:prstGeom>
        </p:spPr>
      </p:pic>
      <p:pic>
        <p:nvPicPr>
          <p:cNvPr id="1270" name="Picture 126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F5E6DE7-F874-6339-202B-A11A1C0193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09" y="6180533"/>
            <a:ext cx="728713" cy="685800"/>
          </a:xfrm>
          <a:prstGeom prst="rect">
            <a:avLst/>
          </a:prstGeom>
        </p:spPr>
      </p:pic>
      <p:pic>
        <p:nvPicPr>
          <p:cNvPr id="1271" name="Picture 127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4CA15AA-D98D-74B8-541C-942161A67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2" y="22435"/>
            <a:ext cx="728713" cy="685800"/>
          </a:xfrm>
          <a:prstGeom prst="rect">
            <a:avLst/>
          </a:prstGeom>
        </p:spPr>
      </p:pic>
      <p:pic>
        <p:nvPicPr>
          <p:cNvPr id="1272" name="Picture 127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561CA00-2EE5-A9BB-1A98-3BCBD6C7D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1" y="708235"/>
            <a:ext cx="728713" cy="685800"/>
          </a:xfrm>
          <a:prstGeom prst="rect">
            <a:avLst/>
          </a:prstGeom>
        </p:spPr>
      </p:pic>
      <p:pic>
        <p:nvPicPr>
          <p:cNvPr id="1273" name="Picture 127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C8E32A4-69DB-99FF-117B-C35B3202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1" y="1392753"/>
            <a:ext cx="728713" cy="685800"/>
          </a:xfrm>
          <a:prstGeom prst="rect">
            <a:avLst/>
          </a:prstGeom>
        </p:spPr>
      </p:pic>
      <p:pic>
        <p:nvPicPr>
          <p:cNvPr id="1274" name="Picture 127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E1C0AD1-1B51-8143-81A9-D497AA6C9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1" y="2077271"/>
            <a:ext cx="728713" cy="685800"/>
          </a:xfrm>
          <a:prstGeom prst="rect">
            <a:avLst/>
          </a:prstGeom>
        </p:spPr>
      </p:pic>
      <p:pic>
        <p:nvPicPr>
          <p:cNvPr id="1275" name="Picture 127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D5CFFC5-4408-CFBB-6A32-EC91A9E08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411" y="2766917"/>
            <a:ext cx="728713" cy="685800"/>
          </a:xfrm>
          <a:prstGeom prst="rect">
            <a:avLst/>
          </a:prstGeom>
        </p:spPr>
      </p:pic>
      <p:pic>
        <p:nvPicPr>
          <p:cNvPr id="1276" name="Picture 127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9110B81-67A4-FA52-C6CD-869D5367E3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6" y="3436692"/>
            <a:ext cx="728713" cy="685800"/>
          </a:xfrm>
          <a:prstGeom prst="rect">
            <a:avLst/>
          </a:prstGeom>
        </p:spPr>
      </p:pic>
      <p:pic>
        <p:nvPicPr>
          <p:cNvPr id="1277" name="Picture 127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DC7DFCC-A114-AD21-7B4E-AB50D779A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6" y="4123774"/>
            <a:ext cx="728713" cy="685800"/>
          </a:xfrm>
          <a:prstGeom prst="rect">
            <a:avLst/>
          </a:prstGeom>
        </p:spPr>
      </p:pic>
      <p:pic>
        <p:nvPicPr>
          <p:cNvPr id="1278" name="Picture 127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3F3D036-8CCE-A569-E3E6-9BE39BDBBC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5" y="4820471"/>
            <a:ext cx="728713" cy="685800"/>
          </a:xfrm>
          <a:prstGeom prst="rect">
            <a:avLst/>
          </a:prstGeom>
        </p:spPr>
      </p:pic>
      <p:pic>
        <p:nvPicPr>
          <p:cNvPr id="1279" name="Picture 127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3BAED87-3C9A-C23B-1547-34F1ACB47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3" y="5503707"/>
            <a:ext cx="728713" cy="685800"/>
          </a:xfrm>
          <a:prstGeom prst="rect">
            <a:avLst/>
          </a:prstGeom>
        </p:spPr>
      </p:pic>
      <p:pic>
        <p:nvPicPr>
          <p:cNvPr id="1280" name="Picture 127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8C1A1D9-B330-C9E3-6B52-1FBAFB6E3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1" y="6194635"/>
            <a:ext cx="728713" cy="685800"/>
          </a:xfrm>
          <a:prstGeom prst="rect">
            <a:avLst/>
          </a:prstGeom>
        </p:spPr>
      </p:pic>
      <p:pic>
        <p:nvPicPr>
          <p:cNvPr id="1281" name="Picture 128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75DDBBC-1E59-1BD4-1DEA-66B36F878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9" y="16666"/>
            <a:ext cx="728713" cy="685800"/>
          </a:xfrm>
          <a:prstGeom prst="rect">
            <a:avLst/>
          </a:prstGeom>
        </p:spPr>
      </p:pic>
      <p:pic>
        <p:nvPicPr>
          <p:cNvPr id="1282" name="Picture 128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CCE4010-3392-D89F-0BCF-F8ECDD4DC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9" y="683236"/>
            <a:ext cx="728713" cy="685800"/>
          </a:xfrm>
          <a:prstGeom prst="rect">
            <a:avLst/>
          </a:prstGeom>
        </p:spPr>
      </p:pic>
      <p:pic>
        <p:nvPicPr>
          <p:cNvPr id="1283" name="Picture 128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182DC29-465E-CAEA-5652-6AC451B35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9" y="1365190"/>
            <a:ext cx="728713" cy="685800"/>
          </a:xfrm>
          <a:prstGeom prst="rect">
            <a:avLst/>
          </a:prstGeom>
        </p:spPr>
      </p:pic>
      <p:pic>
        <p:nvPicPr>
          <p:cNvPr id="1284" name="Picture 128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D8C2B548-14C7-AA1A-19A8-C6A72A894F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8" y="2060284"/>
            <a:ext cx="728713" cy="685800"/>
          </a:xfrm>
          <a:prstGeom prst="rect">
            <a:avLst/>
          </a:prstGeom>
        </p:spPr>
      </p:pic>
      <p:pic>
        <p:nvPicPr>
          <p:cNvPr id="1285" name="Picture 128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C9D23BB-FF91-621C-A491-80B53B19B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117" y="2761789"/>
            <a:ext cx="728713" cy="685800"/>
          </a:xfrm>
          <a:prstGeom prst="rect">
            <a:avLst/>
          </a:prstGeom>
        </p:spPr>
      </p:pic>
      <p:pic>
        <p:nvPicPr>
          <p:cNvPr id="1286" name="Picture 128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720D459-FD1A-75BA-5CFC-E8CB3CC75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1" y="702466"/>
            <a:ext cx="728713" cy="685800"/>
          </a:xfrm>
          <a:prstGeom prst="rect">
            <a:avLst/>
          </a:prstGeom>
        </p:spPr>
      </p:pic>
      <p:pic>
        <p:nvPicPr>
          <p:cNvPr id="1287" name="Picture 128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9255763-261A-9E1A-F756-EC2958421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1" y="1386984"/>
            <a:ext cx="728713" cy="685800"/>
          </a:xfrm>
          <a:prstGeom prst="rect">
            <a:avLst/>
          </a:prstGeom>
        </p:spPr>
      </p:pic>
      <p:pic>
        <p:nvPicPr>
          <p:cNvPr id="1288" name="Picture 128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3082C20-CE40-43E5-D7E8-029A72F4C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1" y="2071502"/>
            <a:ext cx="728713" cy="685800"/>
          </a:xfrm>
          <a:prstGeom prst="rect">
            <a:avLst/>
          </a:prstGeom>
        </p:spPr>
      </p:pic>
      <p:pic>
        <p:nvPicPr>
          <p:cNvPr id="1289" name="Picture 128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8CBF19E-9C62-F579-2C20-5954DCED14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1" y="2761148"/>
            <a:ext cx="728713" cy="685800"/>
          </a:xfrm>
          <a:prstGeom prst="rect">
            <a:avLst/>
          </a:prstGeom>
        </p:spPr>
      </p:pic>
      <p:pic>
        <p:nvPicPr>
          <p:cNvPr id="1290" name="Picture 128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A13D2D0-DDA9-7972-84EA-9C99590C1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0" y="3446948"/>
            <a:ext cx="728713" cy="685800"/>
          </a:xfrm>
          <a:prstGeom prst="rect">
            <a:avLst/>
          </a:prstGeom>
        </p:spPr>
      </p:pic>
      <p:pic>
        <p:nvPicPr>
          <p:cNvPr id="1291" name="Picture 129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50A4C70-5171-8FD5-8BF6-4E8080BD7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0" y="4136594"/>
            <a:ext cx="728713" cy="685800"/>
          </a:xfrm>
          <a:prstGeom prst="rect">
            <a:avLst/>
          </a:prstGeom>
        </p:spPr>
      </p:pic>
      <p:pic>
        <p:nvPicPr>
          <p:cNvPr id="1292" name="Picture 129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A8B322C-539E-41DF-3CCF-DBA8BDEB67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09" y="4822394"/>
            <a:ext cx="728713" cy="685800"/>
          </a:xfrm>
          <a:prstGeom prst="rect">
            <a:avLst/>
          </a:prstGeom>
        </p:spPr>
      </p:pic>
      <p:pic>
        <p:nvPicPr>
          <p:cNvPr id="1293" name="Picture 129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A5B5860-97BB-4343-DE10-B53EF8A97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09" y="5508194"/>
            <a:ext cx="728713" cy="685800"/>
          </a:xfrm>
          <a:prstGeom prst="rect">
            <a:avLst/>
          </a:prstGeom>
        </p:spPr>
      </p:pic>
      <p:pic>
        <p:nvPicPr>
          <p:cNvPr id="1294" name="Picture 129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E49309E-D5C1-E646-F7DE-D23DEFFD2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08" y="6186302"/>
            <a:ext cx="728713" cy="685800"/>
          </a:xfrm>
          <a:prstGeom prst="rect">
            <a:avLst/>
          </a:prstGeom>
        </p:spPr>
      </p:pic>
      <p:pic>
        <p:nvPicPr>
          <p:cNvPr id="1295" name="Picture 129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9D3F770-F779-7713-87C7-95FED43C4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1" y="28204"/>
            <a:ext cx="728713" cy="685800"/>
          </a:xfrm>
          <a:prstGeom prst="rect">
            <a:avLst/>
          </a:prstGeom>
        </p:spPr>
      </p:pic>
      <p:pic>
        <p:nvPicPr>
          <p:cNvPr id="1296" name="Picture 129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0387145-ADD7-85A4-9795-20079C794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0" y="714004"/>
            <a:ext cx="728713" cy="685800"/>
          </a:xfrm>
          <a:prstGeom prst="rect">
            <a:avLst/>
          </a:prstGeom>
        </p:spPr>
      </p:pic>
      <p:pic>
        <p:nvPicPr>
          <p:cNvPr id="1297" name="Picture 129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785658E-05D5-7456-B923-11F835F25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0" y="1398522"/>
            <a:ext cx="728713" cy="685800"/>
          </a:xfrm>
          <a:prstGeom prst="rect">
            <a:avLst/>
          </a:prstGeom>
        </p:spPr>
      </p:pic>
      <p:pic>
        <p:nvPicPr>
          <p:cNvPr id="1298" name="Picture 129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D52DBCB-60F1-A6CF-3F67-1E16E39C2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0" y="2083040"/>
            <a:ext cx="728713" cy="685800"/>
          </a:xfrm>
          <a:prstGeom prst="rect">
            <a:avLst/>
          </a:prstGeom>
        </p:spPr>
      </p:pic>
      <p:pic>
        <p:nvPicPr>
          <p:cNvPr id="1299" name="Picture 129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400C1BA-E150-3383-4EC9-12E240562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810" y="2772686"/>
            <a:ext cx="728713" cy="685800"/>
          </a:xfrm>
          <a:prstGeom prst="rect">
            <a:avLst/>
          </a:prstGeom>
        </p:spPr>
      </p:pic>
      <p:pic>
        <p:nvPicPr>
          <p:cNvPr id="1300" name="Picture 129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923E37F-2BB8-36A6-FA0B-6AA369A19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5" y="3442461"/>
            <a:ext cx="728713" cy="685800"/>
          </a:xfrm>
          <a:prstGeom prst="rect">
            <a:avLst/>
          </a:prstGeom>
        </p:spPr>
      </p:pic>
      <p:pic>
        <p:nvPicPr>
          <p:cNvPr id="1301" name="Picture 130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6871938-31D5-58E7-A9C4-C5B363699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5" y="4129543"/>
            <a:ext cx="728713" cy="685800"/>
          </a:xfrm>
          <a:prstGeom prst="rect">
            <a:avLst/>
          </a:prstGeom>
        </p:spPr>
      </p:pic>
      <p:pic>
        <p:nvPicPr>
          <p:cNvPr id="1302" name="Picture 130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FFD9C3A-E372-B819-7BB5-108A9DB632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4" y="4826240"/>
            <a:ext cx="728713" cy="685800"/>
          </a:xfrm>
          <a:prstGeom prst="rect">
            <a:avLst/>
          </a:prstGeom>
        </p:spPr>
      </p:pic>
      <p:pic>
        <p:nvPicPr>
          <p:cNvPr id="1303" name="Picture 130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967E9B2-AE65-4A28-AA84-96C6F4CC4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2" y="5509476"/>
            <a:ext cx="728713" cy="685800"/>
          </a:xfrm>
          <a:prstGeom prst="rect">
            <a:avLst/>
          </a:prstGeom>
        </p:spPr>
      </p:pic>
      <p:pic>
        <p:nvPicPr>
          <p:cNvPr id="1304" name="Picture 130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90E8290-92F1-C6FF-A104-C74B60F59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0" y="6200404"/>
            <a:ext cx="728713" cy="685800"/>
          </a:xfrm>
          <a:prstGeom prst="rect">
            <a:avLst/>
          </a:prstGeom>
        </p:spPr>
      </p:pic>
      <p:pic>
        <p:nvPicPr>
          <p:cNvPr id="1305" name="Picture 130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B701509-05AF-0C94-9CA0-7BDD8D9D0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8" y="22435"/>
            <a:ext cx="728713" cy="685800"/>
          </a:xfrm>
          <a:prstGeom prst="rect">
            <a:avLst/>
          </a:prstGeom>
        </p:spPr>
      </p:pic>
      <p:pic>
        <p:nvPicPr>
          <p:cNvPr id="1306" name="Picture 130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9AD7B04-65E6-D942-5DAA-AC1931ACD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8" y="689005"/>
            <a:ext cx="728713" cy="685800"/>
          </a:xfrm>
          <a:prstGeom prst="rect">
            <a:avLst/>
          </a:prstGeom>
        </p:spPr>
      </p:pic>
      <p:pic>
        <p:nvPicPr>
          <p:cNvPr id="1307" name="Picture 130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E75CFF0-8898-8E80-C93B-1C1FC8AED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8" y="1370959"/>
            <a:ext cx="728713" cy="685800"/>
          </a:xfrm>
          <a:prstGeom prst="rect">
            <a:avLst/>
          </a:prstGeom>
        </p:spPr>
      </p:pic>
      <p:pic>
        <p:nvPicPr>
          <p:cNvPr id="1308" name="Picture 130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855A0EA-065A-D80F-19F2-E2C10A7B1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7" y="2066053"/>
            <a:ext cx="728713" cy="685800"/>
          </a:xfrm>
          <a:prstGeom prst="rect">
            <a:avLst/>
          </a:prstGeom>
        </p:spPr>
      </p:pic>
      <p:pic>
        <p:nvPicPr>
          <p:cNvPr id="1309" name="Picture 130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623925B-DFA9-F691-A690-FED54CA2E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516" y="2767558"/>
            <a:ext cx="728713" cy="685800"/>
          </a:xfrm>
          <a:prstGeom prst="rect">
            <a:avLst/>
          </a:prstGeom>
        </p:spPr>
      </p:pic>
      <p:pic>
        <p:nvPicPr>
          <p:cNvPr id="1310" name="Picture 130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288EC51-2758-7136-A154-654B7EC29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8" y="707594"/>
            <a:ext cx="728713" cy="685800"/>
          </a:xfrm>
          <a:prstGeom prst="rect">
            <a:avLst/>
          </a:prstGeom>
        </p:spPr>
      </p:pic>
      <p:pic>
        <p:nvPicPr>
          <p:cNvPr id="1311" name="Picture 131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9DA9F0C-2628-3F15-C5EF-97F1874B0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8" y="1392112"/>
            <a:ext cx="728713" cy="685800"/>
          </a:xfrm>
          <a:prstGeom prst="rect">
            <a:avLst/>
          </a:prstGeom>
        </p:spPr>
      </p:pic>
      <p:pic>
        <p:nvPicPr>
          <p:cNvPr id="1312" name="Picture 131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03DB0F0-2A13-F5AB-36B1-6522C3BEF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8" y="2076630"/>
            <a:ext cx="728713" cy="685800"/>
          </a:xfrm>
          <a:prstGeom prst="rect">
            <a:avLst/>
          </a:prstGeom>
        </p:spPr>
      </p:pic>
      <p:pic>
        <p:nvPicPr>
          <p:cNvPr id="1313" name="Picture 131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BC1108FC-84BA-9114-6E56-8BA04434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8" y="2766276"/>
            <a:ext cx="728713" cy="685800"/>
          </a:xfrm>
          <a:prstGeom prst="rect">
            <a:avLst/>
          </a:prstGeom>
        </p:spPr>
      </p:pic>
      <p:pic>
        <p:nvPicPr>
          <p:cNvPr id="1314" name="Picture 131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3BBBC2B-2DB3-E591-2904-2B24285A8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7" y="3452076"/>
            <a:ext cx="728713" cy="685800"/>
          </a:xfrm>
          <a:prstGeom prst="rect">
            <a:avLst/>
          </a:prstGeom>
        </p:spPr>
      </p:pic>
      <p:pic>
        <p:nvPicPr>
          <p:cNvPr id="1315" name="Picture 131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2F4B4EA-D5A7-1209-A176-CDDC5951C1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7" y="4141722"/>
            <a:ext cx="728713" cy="685800"/>
          </a:xfrm>
          <a:prstGeom prst="rect">
            <a:avLst/>
          </a:prstGeom>
        </p:spPr>
      </p:pic>
      <p:pic>
        <p:nvPicPr>
          <p:cNvPr id="1316" name="Picture 131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80D6A721-4287-6CED-9946-CC1F3B0A04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6" y="4827522"/>
            <a:ext cx="728713" cy="685800"/>
          </a:xfrm>
          <a:prstGeom prst="rect">
            <a:avLst/>
          </a:prstGeom>
        </p:spPr>
      </p:pic>
      <p:pic>
        <p:nvPicPr>
          <p:cNvPr id="1317" name="Picture 131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72146BA-F0CE-0D2A-C3C8-FE3C8513B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6" y="5513322"/>
            <a:ext cx="728713" cy="685800"/>
          </a:xfrm>
          <a:prstGeom prst="rect">
            <a:avLst/>
          </a:prstGeom>
        </p:spPr>
      </p:pic>
      <p:pic>
        <p:nvPicPr>
          <p:cNvPr id="1318" name="Picture 131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9528ABA-3508-DC51-E761-05CE43E37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5" y="6191430"/>
            <a:ext cx="728713" cy="685800"/>
          </a:xfrm>
          <a:prstGeom prst="rect">
            <a:avLst/>
          </a:prstGeom>
        </p:spPr>
      </p:pic>
      <p:pic>
        <p:nvPicPr>
          <p:cNvPr id="1319" name="Picture 131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DC83F00-19F5-4320-991C-CFAE65188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8" y="33332"/>
            <a:ext cx="728713" cy="685800"/>
          </a:xfrm>
          <a:prstGeom prst="rect">
            <a:avLst/>
          </a:prstGeom>
        </p:spPr>
      </p:pic>
      <p:pic>
        <p:nvPicPr>
          <p:cNvPr id="1320" name="Picture 131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27991AD-40F1-5F4A-7DCF-D1639B12D3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7" y="719132"/>
            <a:ext cx="728713" cy="685800"/>
          </a:xfrm>
          <a:prstGeom prst="rect">
            <a:avLst/>
          </a:prstGeom>
        </p:spPr>
      </p:pic>
      <p:pic>
        <p:nvPicPr>
          <p:cNvPr id="1321" name="Picture 132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5B49A21C-1567-C9B4-597A-8CB82BA10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7" y="1403650"/>
            <a:ext cx="728713" cy="685800"/>
          </a:xfrm>
          <a:prstGeom prst="rect">
            <a:avLst/>
          </a:prstGeom>
        </p:spPr>
      </p:pic>
      <p:pic>
        <p:nvPicPr>
          <p:cNvPr id="1322" name="Picture 132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CADFA3E4-6EC7-6B44-6044-FCB32E5F8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7" y="2088168"/>
            <a:ext cx="728713" cy="685800"/>
          </a:xfrm>
          <a:prstGeom prst="rect">
            <a:avLst/>
          </a:prstGeom>
        </p:spPr>
      </p:pic>
      <p:pic>
        <p:nvPicPr>
          <p:cNvPr id="1323" name="Picture 132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58CA46B-2DB0-F185-1802-83A460D66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207" y="2777814"/>
            <a:ext cx="728713" cy="685800"/>
          </a:xfrm>
          <a:prstGeom prst="rect">
            <a:avLst/>
          </a:prstGeom>
        </p:spPr>
      </p:pic>
      <p:pic>
        <p:nvPicPr>
          <p:cNvPr id="1324" name="Picture 132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780E2086-9AAD-ED40-122A-E5B1B08B8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2" y="3447589"/>
            <a:ext cx="728713" cy="685800"/>
          </a:xfrm>
          <a:prstGeom prst="rect">
            <a:avLst/>
          </a:prstGeom>
        </p:spPr>
      </p:pic>
      <p:pic>
        <p:nvPicPr>
          <p:cNvPr id="1325" name="Picture 132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141081F-EEDF-2095-2979-A9D4E8BFD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2" y="4134671"/>
            <a:ext cx="728713" cy="685800"/>
          </a:xfrm>
          <a:prstGeom prst="rect">
            <a:avLst/>
          </a:prstGeom>
        </p:spPr>
      </p:pic>
      <p:pic>
        <p:nvPicPr>
          <p:cNvPr id="1326" name="Picture 132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94B4809F-6827-1FCD-5BA9-40C977345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1" y="4831368"/>
            <a:ext cx="728713" cy="685800"/>
          </a:xfrm>
          <a:prstGeom prst="rect">
            <a:avLst/>
          </a:prstGeom>
        </p:spPr>
      </p:pic>
      <p:pic>
        <p:nvPicPr>
          <p:cNvPr id="1327" name="Picture 132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0BD3C723-665E-A5CA-83BC-4FBD3DF90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09" y="5514604"/>
            <a:ext cx="728713" cy="685800"/>
          </a:xfrm>
          <a:prstGeom prst="rect">
            <a:avLst/>
          </a:prstGeom>
        </p:spPr>
      </p:pic>
      <p:pic>
        <p:nvPicPr>
          <p:cNvPr id="1328" name="Picture 132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7B4DC97-BF4F-E102-4A22-0F55320BE3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20" y="6164508"/>
            <a:ext cx="728713" cy="685800"/>
          </a:xfrm>
          <a:prstGeom prst="rect">
            <a:avLst/>
          </a:prstGeom>
        </p:spPr>
      </p:pic>
      <p:pic>
        <p:nvPicPr>
          <p:cNvPr id="1329" name="Picture 132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439B7707-5BFD-CEFE-808A-FE2708FC9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5" y="27563"/>
            <a:ext cx="728713" cy="685800"/>
          </a:xfrm>
          <a:prstGeom prst="rect">
            <a:avLst/>
          </a:prstGeom>
        </p:spPr>
      </p:pic>
      <p:pic>
        <p:nvPicPr>
          <p:cNvPr id="1330" name="Picture 132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57AC36C-42DC-C8BA-2C88-AC9E4D49E5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5" y="694133"/>
            <a:ext cx="728713" cy="685800"/>
          </a:xfrm>
          <a:prstGeom prst="rect">
            <a:avLst/>
          </a:prstGeom>
        </p:spPr>
      </p:pic>
      <p:pic>
        <p:nvPicPr>
          <p:cNvPr id="1331" name="Picture 133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26FB34AB-870F-105D-EB60-F615ADD7F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5" y="1376087"/>
            <a:ext cx="728713" cy="685800"/>
          </a:xfrm>
          <a:prstGeom prst="rect">
            <a:avLst/>
          </a:prstGeom>
        </p:spPr>
      </p:pic>
      <p:pic>
        <p:nvPicPr>
          <p:cNvPr id="1332" name="Picture 133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CC521C9-52BA-6CEE-1153-F4378AF56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4" y="2071181"/>
            <a:ext cx="728713" cy="685800"/>
          </a:xfrm>
          <a:prstGeom prst="rect">
            <a:avLst/>
          </a:prstGeom>
        </p:spPr>
      </p:pic>
      <p:pic>
        <p:nvPicPr>
          <p:cNvPr id="1333" name="Picture 133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0878750-C844-7E12-7052-A3C013D9DC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913" y="2772686"/>
            <a:ext cx="728713" cy="685800"/>
          </a:xfrm>
          <a:prstGeom prst="rect">
            <a:avLst/>
          </a:prstGeom>
        </p:spPr>
      </p:pic>
      <p:pic>
        <p:nvPicPr>
          <p:cNvPr id="1334" name="Picture 1333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BD47AF8-2DA9-C448-6162-C0FA32DB90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5" y="3427501"/>
            <a:ext cx="728713" cy="685800"/>
          </a:xfrm>
          <a:prstGeom prst="rect">
            <a:avLst/>
          </a:prstGeom>
        </p:spPr>
      </p:pic>
      <p:pic>
        <p:nvPicPr>
          <p:cNvPr id="1335" name="Picture 1334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2D85636-935E-1BB2-E468-EC3732532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5" y="4114583"/>
            <a:ext cx="728713" cy="685800"/>
          </a:xfrm>
          <a:prstGeom prst="rect">
            <a:avLst/>
          </a:prstGeom>
        </p:spPr>
      </p:pic>
      <p:pic>
        <p:nvPicPr>
          <p:cNvPr id="1336" name="Picture 1335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E632A95-BD13-20AE-B270-5D0C654FF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4" y="4811280"/>
            <a:ext cx="728713" cy="685800"/>
          </a:xfrm>
          <a:prstGeom prst="rect">
            <a:avLst/>
          </a:prstGeom>
        </p:spPr>
      </p:pic>
      <p:pic>
        <p:nvPicPr>
          <p:cNvPr id="1337" name="Picture 1336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30BC2D1A-315A-852F-5615-C67653DF8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2" y="5494516"/>
            <a:ext cx="728713" cy="685800"/>
          </a:xfrm>
          <a:prstGeom prst="rect">
            <a:avLst/>
          </a:prstGeom>
        </p:spPr>
      </p:pic>
      <p:pic>
        <p:nvPicPr>
          <p:cNvPr id="1338" name="Picture 1337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EE300E55-3B03-1576-4C15-C4B48AB60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0" y="6185444"/>
            <a:ext cx="728713" cy="685800"/>
          </a:xfrm>
          <a:prstGeom prst="rect">
            <a:avLst/>
          </a:prstGeom>
        </p:spPr>
      </p:pic>
      <p:pic>
        <p:nvPicPr>
          <p:cNvPr id="1339" name="Picture 1338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6037B574-4E49-55C0-5C4D-33406BBFA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8" y="7475"/>
            <a:ext cx="728713" cy="685800"/>
          </a:xfrm>
          <a:prstGeom prst="rect">
            <a:avLst/>
          </a:prstGeom>
        </p:spPr>
      </p:pic>
      <p:pic>
        <p:nvPicPr>
          <p:cNvPr id="1340" name="Picture 1339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2ED7C18-0FEE-39F3-E464-8D391AA42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8" y="674045"/>
            <a:ext cx="728713" cy="685800"/>
          </a:xfrm>
          <a:prstGeom prst="rect">
            <a:avLst/>
          </a:prstGeom>
        </p:spPr>
      </p:pic>
      <p:pic>
        <p:nvPicPr>
          <p:cNvPr id="1341" name="Picture 1340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F8358490-4412-1EAA-7C1E-86111D218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8" y="1355999"/>
            <a:ext cx="728713" cy="685800"/>
          </a:xfrm>
          <a:prstGeom prst="rect">
            <a:avLst/>
          </a:prstGeom>
        </p:spPr>
      </p:pic>
      <p:pic>
        <p:nvPicPr>
          <p:cNvPr id="1342" name="Picture 1341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A398F1BB-61A2-59B4-86A7-CB714C5B6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7" y="2051093"/>
            <a:ext cx="728713" cy="685800"/>
          </a:xfrm>
          <a:prstGeom prst="rect">
            <a:avLst/>
          </a:prstGeom>
        </p:spPr>
      </p:pic>
      <p:pic>
        <p:nvPicPr>
          <p:cNvPr id="1343" name="Picture 1342" descr="A yellow rubber duck with red lips&#10;&#10;AI-generated content may be incorrect.">
            <a:extLst>
              <a:ext uri="{FF2B5EF4-FFF2-40B4-BE49-F238E27FC236}">
                <a16:creationId xmlns:a16="http://schemas.microsoft.com/office/drawing/2014/main" id="{15FCD4A5-6A1E-D314-5376-AA6F1C213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226" y="2752598"/>
            <a:ext cx="728713" cy="685800"/>
          </a:xfrm>
          <a:prstGeom prst="rect">
            <a:avLst/>
          </a:prstGeom>
        </p:spPr>
      </p:pic>
      <p:sp>
        <p:nvSpPr>
          <p:cNvPr id="1344" name="TextBox 1343">
            <a:extLst>
              <a:ext uri="{FF2B5EF4-FFF2-40B4-BE49-F238E27FC236}">
                <a16:creationId xmlns:a16="http://schemas.microsoft.com/office/drawing/2014/main" id="{A9BD58FF-3B65-0475-1685-EFF98405704B}"/>
              </a:ext>
            </a:extLst>
          </p:cNvPr>
          <p:cNvSpPr txBox="1"/>
          <p:nvPr/>
        </p:nvSpPr>
        <p:spPr>
          <a:xfrm>
            <a:off x="-5" y="21476"/>
            <a:ext cx="1457407" cy="68855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45" name="TextBox 1344">
            <a:extLst>
              <a:ext uri="{FF2B5EF4-FFF2-40B4-BE49-F238E27FC236}">
                <a16:creationId xmlns:a16="http://schemas.microsoft.com/office/drawing/2014/main" id="{95643C67-E459-8468-122C-942D7632F067}"/>
              </a:ext>
            </a:extLst>
          </p:cNvPr>
          <p:cNvSpPr txBox="1"/>
          <p:nvPr/>
        </p:nvSpPr>
        <p:spPr>
          <a:xfrm>
            <a:off x="11936325" y="-18589"/>
            <a:ext cx="2556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\</a:t>
            </a:r>
          </a:p>
        </p:txBody>
      </p:sp>
      <p:sp>
        <p:nvSpPr>
          <p:cNvPr id="1346" name="TextBox 1345">
            <a:extLst>
              <a:ext uri="{FF2B5EF4-FFF2-40B4-BE49-F238E27FC236}">
                <a16:creationId xmlns:a16="http://schemas.microsoft.com/office/drawing/2014/main" id="{C9C0A50A-DF04-1AD5-59F1-C6C6ACFAB7E3}"/>
              </a:ext>
            </a:extLst>
          </p:cNvPr>
          <p:cNvSpPr txBox="1"/>
          <p:nvPr/>
        </p:nvSpPr>
        <p:spPr>
          <a:xfrm>
            <a:off x="10734564" y="-12500"/>
            <a:ext cx="1457407" cy="68855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47" name="TextBox 1346">
            <a:extLst>
              <a:ext uri="{FF2B5EF4-FFF2-40B4-BE49-F238E27FC236}">
                <a16:creationId xmlns:a16="http://schemas.microsoft.com/office/drawing/2014/main" id="{767D658F-1BAC-51EE-00C0-988EEF4FF8C1}"/>
              </a:ext>
            </a:extLst>
          </p:cNvPr>
          <p:cNvSpPr txBox="1"/>
          <p:nvPr/>
        </p:nvSpPr>
        <p:spPr>
          <a:xfrm rot="5400000" flipH="1">
            <a:off x="5763544" y="-5760581"/>
            <a:ext cx="664884" cy="1219197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4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827C9DD-052B-19E6-31B6-79C2E32FA6BB}"/>
              </a:ext>
            </a:extLst>
          </p:cNvPr>
          <p:cNvSpPr/>
          <p:nvPr/>
        </p:nvSpPr>
        <p:spPr>
          <a:xfrm>
            <a:off x="20119" y="860212"/>
            <a:ext cx="12188070" cy="427818"/>
          </a:xfrm>
          <a:custGeom>
            <a:avLst/>
            <a:gdLst>
              <a:gd name="connsiteX0" fmla="*/ 0 w 12329639"/>
              <a:gd name="connsiteY0" fmla="*/ 172081 h 1087698"/>
              <a:gd name="connsiteX1" fmla="*/ 3775587 w 12329639"/>
              <a:gd name="connsiteY1" fmla="*/ 1086481 h 1087698"/>
              <a:gd name="connsiteX2" fmla="*/ 5220929 w 12329639"/>
              <a:gd name="connsiteY2" fmla="*/ 378558 h 1087698"/>
              <a:gd name="connsiteX3" fmla="*/ 7433187 w 12329639"/>
              <a:gd name="connsiteY3" fmla="*/ 870171 h 1087698"/>
              <a:gd name="connsiteX4" fmla="*/ 9301316 w 12329639"/>
              <a:gd name="connsiteY4" fmla="*/ 260571 h 1087698"/>
              <a:gd name="connsiteX5" fmla="*/ 10962968 w 12329639"/>
              <a:gd name="connsiteY5" fmla="*/ 948829 h 1087698"/>
              <a:gd name="connsiteX6" fmla="*/ 12270658 w 12329639"/>
              <a:gd name="connsiteY6" fmla="*/ 54093 h 1087698"/>
              <a:gd name="connsiteX7" fmla="*/ 12113342 w 12329639"/>
              <a:gd name="connsiteY7" fmla="*/ 113087 h 1087698"/>
              <a:gd name="connsiteX8" fmla="*/ 12192000 w 12329639"/>
              <a:gd name="connsiteY8" fmla="*/ 221242 h 1087698"/>
              <a:gd name="connsiteX0" fmla="*/ 0 w 12329639"/>
              <a:gd name="connsiteY0" fmla="*/ 172081 h 950041"/>
              <a:gd name="connsiteX1" fmla="*/ 2841522 w 12329639"/>
              <a:gd name="connsiteY1" fmla="*/ 929165 h 950041"/>
              <a:gd name="connsiteX2" fmla="*/ 5220929 w 12329639"/>
              <a:gd name="connsiteY2" fmla="*/ 378558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41"/>
              <a:gd name="connsiteX1" fmla="*/ 1976284 w 12329639"/>
              <a:gd name="connsiteY1" fmla="*/ 929165 h 950041"/>
              <a:gd name="connsiteX2" fmla="*/ 5220929 w 12329639"/>
              <a:gd name="connsiteY2" fmla="*/ 378558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41"/>
              <a:gd name="connsiteX1" fmla="*/ 1976284 w 12329639"/>
              <a:gd name="connsiteY1" fmla="*/ 929165 h 950041"/>
              <a:gd name="connsiteX2" fmla="*/ 5093110 w 12329639"/>
              <a:gd name="connsiteY2" fmla="*/ 201578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41"/>
              <a:gd name="connsiteX1" fmla="*/ 1976284 w 12329639"/>
              <a:gd name="connsiteY1" fmla="*/ 929165 h 950041"/>
              <a:gd name="connsiteX2" fmla="*/ 3480619 w 12329639"/>
              <a:gd name="connsiteY2" fmla="*/ 181914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20"/>
              <a:gd name="connsiteX1" fmla="*/ 1976284 w 12329639"/>
              <a:gd name="connsiteY1" fmla="*/ 929165 h 950020"/>
              <a:gd name="connsiteX2" fmla="*/ 3480619 w 12329639"/>
              <a:gd name="connsiteY2" fmla="*/ 181914 h 950020"/>
              <a:gd name="connsiteX3" fmla="*/ 5378245 w 12329639"/>
              <a:gd name="connsiteY3" fmla="*/ 948829 h 950020"/>
              <a:gd name="connsiteX4" fmla="*/ 9301316 w 12329639"/>
              <a:gd name="connsiteY4" fmla="*/ 260571 h 950020"/>
              <a:gd name="connsiteX5" fmla="*/ 10962968 w 12329639"/>
              <a:gd name="connsiteY5" fmla="*/ 948829 h 950020"/>
              <a:gd name="connsiteX6" fmla="*/ 12270658 w 12329639"/>
              <a:gd name="connsiteY6" fmla="*/ 54093 h 950020"/>
              <a:gd name="connsiteX7" fmla="*/ 12113342 w 12329639"/>
              <a:gd name="connsiteY7" fmla="*/ 113087 h 950020"/>
              <a:gd name="connsiteX8" fmla="*/ 12192000 w 12329639"/>
              <a:gd name="connsiteY8" fmla="*/ 221242 h 950020"/>
              <a:gd name="connsiteX0" fmla="*/ 0 w 12329639"/>
              <a:gd name="connsiteY0" fmla="*/ 172081 h 949580"/>
              <a:gd name="connsiteX1" fmla="*/ 1976284 w 12329639"/>
              <a:gd name="connsiteY1" fmla="*/ 929165 h 949580"/>
              <a:gd name="connsiteX2" fmla="*/ 3480619 w 12329639"/>
              <a:gd name="connsiteY2" fmla="*/ 181914 h 949580"/>
              <a:gd name="connsiteX3" fmla="*/ 5378245 w 12329639"/>
              <a:gd name="connsiteY3" fmla="*/ 948829 h 949580"/>
              <a:gd name="connsiteX4" fmla="*/ 7541342 w 12329639"/>
              <a:gd name="connsiteY4" fmla="*/ 221242 h 949580"/>
              <a:gd name="connsiteX5" fmla="*/ 10962968 w 12329639"/>
              <a:gd name="connsiteY5" fmla="*/ 948829 h 949580"/>
              <a:gd name="connsiteX6" fmla="*/ 12270658 w 12329639"/>
              <a:gd name="connsiteY6" fmla="*/ 54093 h 949580"/>
              <a:gd name="connsiteX7" fmla="*/ 12113342 w 12329639"/>
              <a:gd name="connsiteY7" fmla="*/ 113087 h 949580"/>
              <a:gd name="connsiteX8" fmla="*/ 12192000 w 12329639"/>
              <a:gd name="connsiteY8" fmla="*/ 221242 h 949580"/>
              <a:gd name="connsiteX0" fmla="*/ 0 w 12425620"/>
              <a:gd name="connsiteY0" fmla="*/ 164941 h 941733"/>
              <a:gd name="connsiteX1" fmla="*/ 1976284 w 12425620"/>
              <a:gd name="connsiteY1" fmla="*/ 922025 h 941733"/>
              <a:gd name="connsiteX2" fmla="*/ 3480619 w 12425620"/>
              <a:gd name="connsiteY2" fmla="*/ 174774 h 941733"/>
              <a:gd name="connsiteX3" fmla="*/ 5378245 w 12425620"/>
              <a:gd name="connsiteY3" fmla="*/ 941689 h 941733"/>
              <a:gd name="connsiteX4" fmla="*/ 7541342 w 12425620"/>
              <a:gd name="connsiteY4" fmla="*/ 214102 h 941733"/>
              <a:gd name="connsiteX5" fmla="*/ 9596284 w 12425620"/>
              <a:gd name="connsiteY5" fmla="*/ 843366 h 941733"/>
              <a:gd name="connsiteX6" fmla="*/ 12270658 w 12425620"/>
              <a:gd name="connsiteY6" fmla="*/ 46953 h 941733"/>
              <a:gd name="connsiteX7" fmla="*/ 12113342 w 12425620"/>
              <a:gd name="connsiteY7" fmla="*/ 105947 h 941733"/>
              <a:gd name="connsiteX8" fmla="*/ 12192000 w 12425620"/>
              <a:gd name="connsiteY8" fmla="*/ 214102 h 941733"/>
              <a:gd name="connsiteX0" fmla="*/ 0 w 12446934"/>
              <a:gd name="connsiteY0" fmla="*/ 552701 h 1329493"/>
              <a:gd name="connsiteX1" fmla="*/ 1976284 w 12446934"/>
              <a:gd name="connsiteY1" fmla="*/ 1309785 h 1329493"/>
              <a:gd name="connsiteX2" fmla="*/ 3480619 w 12446934"/>
              <a:gd name="connsiteY2" fmla="*/ 562534 h 1329493"/>
              <a:gd name="connsiteX3" fmla="*/ 5378245 w 12446934"/>
              <a:gd name="connsiteY3" fmla="*/ 1329449 h 1329493"/>
              <a:gd name="connsiteX4" fmla="*/ 7541342 w 12446934"/>
              <a:gd name="connsiteY4" fmla="*/ 601862 h 1329493"/>
              <a:gd name="connsiteX5" fmla="*/ 9596284 w 12446934"/>
              <a:gd name="connsiteY5" fmla="*/ 1231126 h 1329493"/>
              <a:gd name="connsiteX6" fmla="*/ 12270658 w 12446934"/>
              <a:gd name="connsiteY6" fmla="*/ 434713 h 1329493"/>
              <a:gd name="connsiteX7" fmla="*/ 12192000 w 12446934"/>
              <a:gd name="connsiteY7" fmla="*/ 2094 h 1329493"/>
              <a:gd name="connsiteX8" fmla="*/ 12192000 w 12446934"/>
              <a:gd name="connsiteY8" fmla="*/ 601862 h 1329493"/>
              <a:gd name="connsiteX0" fmla="*/ 0 w 12193282"/>
              <a:gd name="connsiteY0" fmla="*/ 551070 h 1492944"/>
              <a:gd name="connsiteX1" fmla="*/ 1976284 w 12193282"/>
              <a:gd name="connsiteY1" fmla="*/ 1308154 h 1492944"/>
              <a:gd name="connsiteX2" fmla="*/ 3480619 w 12193282"/>
              <a:gd name="connsiteY2" fmla="*/ 560903 h 1492944"/>
              <a:gd name="connsiteX3" fmla="*/ 5378245 w 12193282"/>
              <a:gd name="connsiteY3" fmla="*/ 1327818 h 1492944"/>
              <a:gd name="connsiteX4" fmla="*/ 7541342 w 12193282"/>
              <a:gd name="connsiteY4" fmla="*/ 600231 h 1492944"/>
              <a:gd name="connsiteX5" fmla="*/ 9596284 w 12193282"/>
              <a:gd name="connsiteY5" fmla="*/ 1229495 h 1492944"/>
              <a:gd name="connsiteX6" fmla="*/ 11690554 w 12193282"/>
              <a:gd name="connsiteY6" fmla="*/ 1416307 h 1492944"/>
              <a:gd name="connsiteX7" fmla="*/ 12192000 w 12193282"/>
              <a:gd name="connsiteY7" fmla="*/ 463 h 1492944"/>
              <a:gd name="connsiteX8" fmla="*/ 12192000 w 12193282"/>
              <a:gd name="connsiteY8" fmla="*/ 600231 h 1492944"/>
              <a:gd name="connsiteX0" fmla="*/ 0 w 12192176"/>
              <a:gd name="connsiteY0" fmla="*/ 551890 h 1328682"/>
              <a:gd name="connsiteX1" fmla="*/ 1976284 w 12192176"/>
              <a:gd name="connsiteY1" fmla="*/ 1308974 h 1328682"/>
              <a:gd name="connsiteX2" fmla="*/ 3480619 w 12192176"/>
              <a:gd name="connsiteY2" fmla="*/ 561723 h 1328682"/>
              <a:gd name="connsiteX3" fmla="*/ 5378245 w 12192176"/>
              <a:gd name="connsiteY3" fmla="*/ 1328638 h 1328682"/>
              <a:gd name="connsiteX4" fmla="*/ 7541342 w 12192176"/>
              <a:gd name="connsiteY4" fmla="*/ 601051 h 1328682"/>
              <a:gd name="connsiteX5" fmla="*/ 9596284 w 12192176"/>
              <a:gd name="connsiteY5" fmla="*/ 1230315 h 1328682"/>
              <a:gd name="connsiteX6" fmla="*/ 11051457 w 12192176"/>
              <a:gd name="connsiteY6" fmla="*/ 610882 h 1328682"/>
              <a:gd name="connsiteX7" fmla="*/ 12192000 w 12192176"/>
              <a:gd name="connsiteY7" fmla="*/ 1283 h 1328682"/>
              <a:gd name="connsiteX8" fmla="*/ 12192000 w 12192176"/>
              <a:gd name="connsiteY8" fmla="*/ 601051 h 1328682"/>
              <a:gd name="connsiteX0" fmla="*/ 0 w 12192000"/>
              <a:gd name="connsiteY0" fmla="*/ 0 h 776792"/>
              <a:gd name="connsiteX1" fmla="*/ 1976284 w 12192000"/>
              <a:gd name="connsiteY1" fmla="*/ 757084 h 776792"/>
              <a:gd name="connsiteX2" fmla="*/ 3480619 w 12192000"/>
              <a:gd name="connsiteY2" fmla="*/ 9833 h 776792"/>
              <a:gd name="connsiteX3" fmla="*/ 5378245 w 12192000"/>
              <a:gd name="connsiteY3" fmla="*/ 776748 h 776792"/>
              <a:gd name="connsiteX4" fmla="*/ 7541342 w 12192000"/>
              <a:gd name="connsiteY4" fmla="*/ 49161 h 776792"/>
              <a:gd name="connsiteX5" fmla="*/ 9596284 w 12192000"/>
              <a:gd name="connsiteY5" fmla="*/ 678425 h 776792"/>
              <a:gd name="connsiteX6" fmla="*/ 11051457 w 12192000"/>
              <a:gd name="connsiteY6" fmla="*/ 58992 h 776792"/>
              <a:gd name="connsiteX7" fmla="*/ 11808542 w 12192000"/>
              <a:gd name="connsiteY7" fmla="*/ 727587 h 776792"/>
              <a:gd name="connsiteX8" fmla="*/ 12192000 w 12192000"/>
              <a:gd name="connsiteY8" fmla="*/ 49161 h 776792"/>
              <a:gd name="connsiteX0" fmla="*/ 0 w 12270658"/>
              <a:gd name="connsiteY0" fmla="*/ 0 h 776792"/>
              <a:gd name="connsiteX1" fmla="*/ 1976284 w 12270658"/>
              <a:gd name="connsiteY1" fmla="*/ 757084 h 776792"/>
              <a:gd name="connsiteX2" fmla="*/ 3480619 w 12270658"/>
              <a:gd name="connsiteY2" fmla="*/ 9833 h 776792"/>
              <a:gd name="connsiteX3" fmla="*/ 5378245 w 12270658"/>
              <a:gd name="connsiteY3" fmla="*/ 776748 h 776792"/>
              <a:gd name="connsiteX4" fmla="*/ 7541342 w 12270658"/>
              <a:gd name="connsiteY4" fmla="*/ 49161 h 776792"/>
              <a:gd name="connsiteX5" fmla="*/ 9596284 w 12270658"/>
              <a:gd name="connsiteY5" fmla="*/ 678425 h 776792"/>
              <a:gd name="connsiteX6" fmla="*/ 11051457 w 12270658"/>
              <a:gd name="connsiteY6" fmla="*/ 58992 h 776792"/>
              <a:gd name="connsiteX7" fmla="*/ 11808542 w 12270658"/>
              <a:gd name="connsiteY7" fmla="*/ 727587 h 776792"/>
              <a:gd name="connsiteX8" fmla="*/ 12270658 w 12270658"/>
              <a:gd name="connsiteY8" fmla="*/ 19665 h 776792"/>
              <a:gd name="connsiteX0" fmla="*/ 0 w 12270658"/>
              <a:gd name="connsiteY0" fmla="*/ 0 h 776792"/>
              <a:gd name="connsiteX1" fmla="*/ 1976284 w 12270658"/>
              <a:gd name="connsiteY1" fmla="*/ 757084 h 776792"/>
              <a:gd name="connsiteX2" fmla="*/ 3480619 w 12270658"/>
              <a:gd name="connsiteY2" fmla="*/ 9833 h 776792"/>
              <a:gd name="connsiteX3" fmla="*/ 5378245 w 12270658"/>
              <a:gd name="connsiteY3" fmla="*/ 776748 h 776792"/>
              <a:gd name="connsiteX4" fmla="*/ 7541342 w 12270658"/>
              <a:gd name="connsiteY4" fmla="*/ 49161 h 776792"/>
              <a:gd name="connsiteX5" fmla="*/ 9596284 w 12270658"/>
              <a:gd name="connsiteY5" fmla="*/ 678425 h 776792"/>
              <a:gd name="connsiteX6" fmla="*/ 11051457 w 12270658"/>
              <a:gd name="connsiteY6" fmla="*/ 58992 h 776792"/>
              <a:gd name="connsiteX7" fmla="*/ 11769213 w 12270658"/>
              <a:gd name="connsiteY7" fmla="*/ 363793 h 776792"/>
              <a:gd name="connsiteX8" fmla="*/ 12270658 w 1227065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680723 w 12182168"/>
              <a:gd name="connsiteY7" fmla="*/ 363793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700355 w 12182168"/>
              <a:gd name="connsiteY7" fmla="*/ 314632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700355 w 12182168"/>
              <a:gd name="connsiteY7" fmla="*/ 314632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614768 w 12182168"/>
              <a:gd name="connsiteY7" fmla="*/ 724207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614768 w 12182168"/>
              <a:gd name="connsiteY7" fmla="*/ 724207 h 776792"/>
              <a:gd name="connsiteX8" fmla="*/ 12182168 w 12182168"/>
              <a:gd name="connsiteY8" fmla="*/ 19665 h 776792"/>
              <a:gd name="connsiteX0" fmla="*/ 0 w 12182168"/>
              <a:gd name="connsiteY0" fmla="*/ 0 h 776793"/>
              <a:gd name="connsiteX1" fmla="*/ 1887794 w 12182168"/>
              <a:gd name="connsiteY1" fmla="*/ 757084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962967 w 12182168"/>
              <a:gd name="connsiteY6" fmla="*/ 58992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93"/>
              <a:gd name="connsiteX1" fmla="*/ 1887794 w 12182168"/>
              <a:gd name="connsiteY1" fmla="*/ 757084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378124 w 12182168"/>
              <a:gd name="connsiteY6" fmla="*/ 44704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93"/>
              <a:gd name="connsiteX1" fmla="*/ 1488389 w 12182168"/>
              <a:gd name="connsiteY1" fmla="*/ 766609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378124 w 12182168"/>
              <a:gd name="connsiteY6" fmla="*/ 44704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93"/>
              <a:gd name="connsiteX1" fmla="*/ 1516918 w 12182168"/>
              <a:gd name="connsiteY1" fmla="*/ 757084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378124 w 12182168"/>
              <a:gd name="connsiteY6" fmla="*/ 44704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74"/>
              <a:gd name="connsiteX1" fmla="*/ 1516918 w 12182168"/>
              <a:gd name="connsiteY1" fmla="*/ 757084 h 776774"/>
              <a:gd name="connsiteX2" fmla="*/ 3021253 w 12182168"/>
              <a:gd name="connsiteY2" fmla="*/ 19358 h 776774"/>
              <a:gd name="connsiteX3" fmla="*/ 5289755 w 12182168"/>
              <a:gd name="connsiteY3" fmla="*/ 776748 h 776774"/>
              <a:gd name="connsiteX4" fmla="*/ 7452852 w 12182168"/>
              <a:gd name="connsiteY4" fmla="*/ 49161 h 776774"/>
              <a:gd name="connsiteX5" fmla="*/ 8837364 w 12182168"/>
              <a:gd name="connsiteY5" fmla="*/ 616512 h 776774"/>
              <a:gd name="connsiteX6" fmla="*/ 10378124 w 12182168"/>
              <a:gd name="connsiteY6" fmla="*/ 44704 h 776774"/>
              <a:gd name="connsiteX7" fmla="*/ 11614768 w 12182168"/>
              <a:gd name="connsiteY7" fmla="*/ 724207 h 776774"/>
              <a:gd name="connsiteX8" fmla="*/ 12182168 w 12182168"/>
              <a:gd name="connsiteY8" fmla="*/ 19665 h 776774"/>
              <a:gd name="connsiteX0" fmla="*/ 0 w 12182168"/>
              <a:gd name="connsiteY0" fmla="*/ 0 h 776817"/>
              <a:gd name="connsiteX1" fmla="*/ 1516918 w 12182168"/>
              <a:gd name="connsiteY1" fmla="*/ 757084 h 776817"/>
              <a:gd name="connsiteX2" fmla="*/ 3078311 w 12182168"/>
              <a:gd name="connsiteY2" fmla="*/ 308 h 776817"/>
              <a:gd name="connsiteX3" fmla="*/ 5289755 w 12182168"/>
              <a:gd name="connsiteY3" fmla="*/ 776748 h 776817"/>
              <a:gd name="connsiteX4" fmla="*/ 7452852 w 12182168"/>
              <a:gd name="connsiteY4" fmla="*/ 49161 h 776817"/>
              <a:gd name="connsiteX5" fmla="*/ 8837364 w 12182168"/>
              <a:gd name="connsiteY5" fmla="*/ 616512 h 776817"/>
              <a:gd name="connsiteX6" fmla="*/ 10378124 w 12182168"/>
              <a:gd name="connsiteY6" fmla="*/ 44704 h 776817"/>
              <a:gd name="connsiteX7" fmla="*/ 11614768 w 12182168"/>
              <a:gd name="connsiteY7" fmla="*/ 724207 h 776817"/>
              <a:gd name="connsiteX8" fmla="*/ 12182168 w 12182168"/>
              <a:gd name="connsiteY8" fmla="*/ 19665 h 776817"/>
              <a:gd name="connsiteX0" fmla="*/ 0 w 12182168"/>
              <a:gd name="connsiteY0" fmla="*/ 0 h 776817"/>
              <a:gd name="connsiteX1" fmla="*/ 1516918 w 12182168"/>
              <a:gd name="connsiteY1" fmla="*/ 757084 h 776817"/>
              <a:gd name="connsiteX2" fmla="*/ 3078311 w 12182168"/>
              <a:gd name="connsiteY2" fmla="*/ 308 h 776817"/>
              <a:gd name="connsiteX3" fmla="*/ 5289755 w 12182168"/>
              <a:gd name="connsiteY3" fmla="*/ 776748 h 776817"/>
              <a:gd name="connsiteX4" fmla="*/ 7452852 w 12182168"/>
              <a:gd name="connsiteY4" fmla="*/ 49161 h 776817"/>
              <a:gd name="connsiteX5" fmla="*/ 8837364 w 12182168"/>
              <a:gd name="connsiteY5" fmla="*/ 616512 h 776817"/>
              <a:gd name="connsiteX6" fmla="*/ 10378124 w 12182168"/>
              <a:gd name="connsiteY6" fmla="*/ 44704 h 776817"/>
              <a:gd name="connsiteX7" fmla="*/ 11614768 w 12182168"/>
              <a:gd name="connsiteY7" fmla="*/ 724207 h 776817"/>
              <a:gd name="connsiteX8" fmla="*/ 12182168 w 12182168"/>
              <a:gd name="connsiteY8" fmla="*/ 19665 h 776817"/>
              <a:gd name="connsiteX0" fmla="*/ 0 w 12182168"/>
              <a:gd name="connsiteY0" fmla="*/ 0 h 776817"/>
              <a:gd name="connsiteX1" fmla="*/ 1516918 w 12182168"/>
              <a:gd name="connsiteY1" fmla="*/ 757084 h 776817"/>
              <a:gd name="connsiteX2" fmla="*/ 3078311 w 12182168"/>
              <a:gd name="connsiteY2" fmla="*/ 308 h 776817"/>
              <a:gd name="connsiteX3" fmla="*/ 5289755 w 12182168"/>
              <a:gd name="connsiteY3" fmla="*/ 776748 h 776817"/>
              <a:gd name="connsiteX4" fmla="*/ 7452852 w 12182168"/>
              <a:gd name="connsiteY4" fmla="*/ 49161 h 776817"/>
              <a:gd name="connsiteX5" fmla="*/ 8837364 w 12182168"/>
              <a:gd name="connsiteY5" fmla="*/ 616512 h 776817"/>
              <a:gd name="connsiteX6" fmla="*/ 10378124 w 12182168"/>
              <a:gd name="connsiteY6" fmla="*/ 44704 h 776817"/>
              <a:gd name="connsiteX7" fmla="*/ 11614768 w 12182168"/>
              <a:gd name="connsiteY7" fmla="*/ 724207 h 776817"/>
              <a:gd name="connsiteX8" fmla="*/ 12182168 w 12182168"/>
              <a:gd name="connsiteY8" fmla="*/ 19665 h 776817"/>
              <a:gd name="connsiteX0" fmla="*/ 0 w 12182168"/>
              <a:gd name="connsiteY0" fmla="*/ 0 h 767293"/>
              <a:gd name="connsiteX1" fmla="*/ 1516918 w 12182168"/>
              <a:gd name="connsiteY1" fmla="*/ 757084 h 767293"/>
              <a:gd name="connsiteX2" fmla="*/ 3078311 w 12182168"/>
              <a:gd name="connsiteY2" fmla="*/ 308 h 767293"/>
              <a:gd name="connsiteX3" fmla="*/ 4557513 w 12182168"/>
              <a:gd name="connsiteY3" fmla="*/ 767223 h 767293"/>
              <a:gd name="connsiteX4" fmla="*/ 7452852 w 12182168"/>
              <a:gd name="connsiteY4" fmla="*/ 49161 h 767293"/>
              <a:gd name="connsiteX5" fmla="*/ 8837364 w 12182168"/>
              <a:gd name="connsiteY5" fmla="*/ 616512 h 767293"/>
              <a:gd name="connsiteX6" fmla="*/ 10378124 w 12182168"/>
              <a:gd name="connsiteY6" fmla="*/ 44704 h 767293"/>
              <a:gd name="connsiteX7" fmla="*/ 11614768 w 12182168"/>
              <a:gd name="connsiteY7" fmla="*/ 724207 h 767293"/>
              <a:gd name="connsiteX8" fmla="*/ 12182168 w 12182168"/>
              <a:gd name="connsiteY8" fmla="*/ 19665 h 76729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8837364 w 12182168"/>
              <a:gd name="connsiteY5" fmla="*/ 616512 h 767223"/>
              <a:gd name="connsiteX6" fmla="*/ 10378124 w 12182168"/>
              <a:gd name="connsiteY6" fmla="*/ 44704 h 767223"/>
              <a:gd name="connsiteX7" fmla="*/ 11614768 w 12182168"/>
              <a:gd name="connsiteY7" fmla="*/ 724207 h 767223"/>
              <a:gd name="connsiteX8" fmla="*/ 12182168 w 12182168"/>
              <a:gd name="connsiteY8" fmla="*/ 19665 h 76722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7650560 w 12182168"/>
              <a:gd name="connsiteY5" fmla="*/ 753672 h 767223"/>
              <a:gd name="connsiteX6" fmla="*/ 10378124 w 12182168"/>
              <a:gd name="connsiteY6" fmla="*/ 44704 h 767223"/>
              <a:gd name="connsiteX7" fmla="*/ 11614768 w 12182168"/>
              <a:gd name="connsiteY7" fmla="*/ 724207 h 767223"/>
              <a:gd name="connsiteX8" fmla="*/ 12182168 w 12182168"/>
              <a:gd name="connsiteY8" fmla="*/ 19665 h 76722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7650560 w 12182168"/>
              <a:gd name="connsiteY5" fmla="*/ 753672 h 767223"/>
              <a:gd name="connsiteX6" fmla="*/ 9145674 w 12182168"/>
              <a:gd name="connsiteY6" fmla="*/ 21844 h 767223"/>
              <a:gd name="connsiteX7" fmla="*/ 11614768 w 12182168"/>
              <a:gd name="connsiteY7" fmla="*/ 724207 h 767223"/>
              <a:gd name="connsiteX8" fmla="*/ 12182168 w 12182168"/>
              <a:gd name="connsiteY8" fmla="*/ 19665 h 76722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7650560 w 12182168"/>
              <a:gd name="connsiteY5" fmla="*/ 753672 h 767223"/>
              <a:gd name="connsiteX6" fmla="*/ 9145674 w 12182168"/>
              <a:gd name="connsiteY6" fmla="*/ 21844 h 767223"/>
              <a:gd name="connsiteX7" fmla="*/ 10679019 w 12182168"/>
              <a:gd name="connsiteY7" fmla="*/ 747067 h 767223"/>
              <a:gd name="connsiteX8" fmla="*/ 12182168 w 12182168"/>
              <a:gd name="connsiteY8" fmla="*/ 19665 h 767223"/>
              <a:gd name="connsiteX0" fmla="*/ 0 w 12048819"/>
              <a:gd name="connsiteY0" fmla="*/ 0 h 767223"/>
              <a:gd name="connsiteX1" fmla="*/ 1383569 w 12048819"/>
              <a:gd name="connsiteY1" fmla="*/ 757084 h 767223"/>
              <a:gd name="connsiteX2" fmla="*/ 2944962 w 12048819"/>
              <a:gd name="connsiteY2" fmla="*/ 308 h 767223"/>
              <a:gd name="connsiteX3" fmla="*/ 4424164 w 12048819"/>
              <a:gd name="connsiteY3" fmla="*/ 767223 h 767223"/>
              <a:gd name="connsiteX4" fmla="*/ 5950115 w 12048819"/>
              <a:gd name="connsiteY4" fmla="*/ 1536 h 767223"/>
              <a:gd name="connsiteX5" fmla="*/ 7517211 w 12048819"/>
              <a:gd name="connsiteY5" fmla="*/ 753672 h 767223"/>
              <a:gd name="connsiteX6" fmla="*/ 9012325 w 12048819"/>
              <a:gd name="connsiteY6" fmla="*/ 21844 h 767223"/>
              <a:gd name="connsiteX7" fmla="*/ 10545670 w 12048819"/>
              <a:gd name="connsiteY7" fmla="*/ 747067 h 767223"/>
              <a:gd name="connsiteX8" fmla="*/ 12048819 w 12048819"/>
              <a:gd name="connsiteY8" fmla="*/ 19665 h 767223"/>
              <a:gd name="connsiteX0" fmla="*/ 0 w 12223197"/>
              <a:gd name="connsiteY0" fmla="*/ 0 h 767223"/>
              <a:gd name="connsiteX1" fmla="*/ 1557947 w 12223197"/>
              <a:gd name="connsiteY1" fmla="*/ 757084 h 767223"/>
              <a:gd name="connsiteX2" fmla="*/ 3119340 w 12223197"/>
              <a:gd name="connsiteY2" fmla="*/ 308 h 767223"/>
              <a:gd name="connsiteX3" fmla="*/ 4598542 w 12223197"/>
              <a:gd name="connsiteY3" fmla="*/ 767223 h 767223"/>
              <a:gd name="connsiteX4" fmla="*/ 6124493 w 12223197"/>
              <a:gd name="connsiteY4" fmla="*/ 1536 h 767223"/>
              <a:gd name="connsiteX5" fmla="*/ 7691589 w 12223197"/>
              <a:gd name="connsiteY5" fmla="*/ 753672 h 767223"/>
              <a:gd name="connsiteX6" fmla="*/ 9186703 w 12223197"/>
              <a:gd name="connsiteY6" fmla="*/ 21844 h 767223"/>
              <a:gd name="connsiteX7" fmla="*/ 10720048 w 12223197"/>
              <a:gd name="connsiteY7" fmla="*/ 747067 h 767223"/>
              <a:gd name="connsiteX8" fmla="*/ 12223197 w 12223197"/>
              <a:gd name="connsiteY8" fmla="*/ 19665 h 767223"/>
              <a:gd name="connsiteX0" fmla="*/ 0 w 12582213"/>
              <a:gd name="connsiteY0" fmla="*/ 40792 h 766918"/>
              <a:gd name="connsiteX1" fmla="*/ 1916963 w 12582213"/>
              <a:gd name="connsiteY1" fmla="*/ 756779 h 766918"/>
              <a:gd name="connsiteX2" fmla="*/ 3478356 w 12582213"/>
              <a:gd name="connsiteY2" fmla="*/ 3 h 766918"/>
              <a:gd name="connsiteX3" fmla="*/ 4957558 w 12582213"/>
              <a:gd name="connsiteY3" fmla="*/ 766918 h 766918"/>
              <a:gd name="connsiteX4" fmla="*/ 6483509 w 12582213"/>
              <a:gd name="connsiteY4" fmla="*/ 1231 h 766918"/>
              <a:gd name="connsiteX5" fmla="*/ 8050605 w 12582213"/>
              <a:gd name="connsiteY5" fmla="*/ 753367 h 766918"/>
              <a:gd name="connsiteX6" fmla="*/ 9545719 w 12582213"/>
              <a:gd name="connsiteY6" fmla="*/ 21539 h 766918"/>
              <a:gd name="connsiteX7" fmla="*/ 11079064 w 12582213"/>
              <a:gd name="connsiteY7" fmla="*/ 746762 h 766918"/>
              <a:gd name="connsiteX8" fmla="*/ 12582213 w 12582213"/>
              <a:gd name="connsiteY8" fmla="*/ 19360 h 766918"/>
              <a:gd name="connsiteX0" fmla="*/ 0 w 12571956"/>
              <a:gd name="connsiteY0" fmla="*/ 0 h 798045"/>
              <a:gd name="connsiteX1" fmla="*/ 1906706 w 12571956"/>
              <a:gd name="connsiteY1" fmla="*/ 787906 h 798045"/>
              <a:gd name="connsiteX2" fmla="*/ 3468099 w 12571956"/>
              <a:gd name="connsiteY2" fmla="*/ 31130 h 798045"/>
              <a:gd name="connsiteX3" fmla="*/ 4947301 w 12571956"/>
              <a:gd name="connsiteY3" fmla="*/ 798045 h 798045"/>
              <a:gd name="connsiteX4" fmla="*/ 6473252 w 12571956"/>
              <a:gd name="connsiteY4" fmla="*/ 32358 h 798045"/>
              <a:gd name="connsiteX5" fmla="*/ 8040348 w 12571956"/>
              <a:gd name="connsiteY5" fmla="*/ 784494 h 798045"/>
              <a:gd name="connsiteX6" fmla="*/ 9535462 w 12571956"/>
              <a:gd name="connsiteY6" fmla="*/ 52666 h 798045"/>
              <a:gd name="connsiteX7" fmla="*/ 11068807 w 12571956"/>
              <a:gd name="connsiteY7" fmla="*/ 777889 h 798045"/>
              <a:gd name="connsiteX8" fmla="*/ 12571956 w 12571956"/>
              <a:gd name="connsiteY8" fmla="*/ 50487 h 798045"/>
              <a:gd name="connsiteX0" fmla="*/ 0 w 12571956"/>
              <a:gd name="connsiteY0" fmla="*/ 20243 h 766918"/>
              <a:gd name="connsiteX1" fmla="*/ 1906706 w 12571956"/>
              <a:gd name="connsiteY1" fmla="*/ 756779 h 766918"/>
              <a:gd name="connsiteX2" fmla="*/ 3468099 w 12571956"/>
              <a:gd name="connsiteY2" fmla="*/ 3 h 766918"/>
              <a:gd name="connsiteX3" fmla="*/ 4947301 w 12571956"/>
              <a:gd name="connsiteY3" fmla="*/ 766918 h 766918"/>
              <a:gd name="connsiteX4" fmla="*/ 6473252 w 12571956"/>
              <a:gd name="connsiteY4" fmla="*/ 1231 h 766918"/>
              <a:gd name="connsiteX5" fmla="*/ 8040348 w 12571956"/>
              <a:gd name="connsiteY5" fmla="*/ 753367 h 766918"/>
              <a:gd name="connsiteX6" fmla="*/ 9535462 w 12571956"/>
              <a:gd name="connsiteY6" fmla="*/ 21539 h 766918"/>
              <a:gd name="connsiteX7" fmla="*/ 11068807 w 12571956"/>
              <a:gd name="connsiteY7" fmla="*/ 746762 h 766918"/>
              <a:gd name="connsiteX8" fmla="*/ 12571956 w 12571956"/>
              <a:gd name="connsiteY8" fmla="*/ 19360 h 766918"/>
              <a:gd name="connsiteX0" fmla="*/ 0 w 12571956"/>
              <a:gd name="connsiteY0" fmla="*/ 0 h 777497"/>
              <a:gd name="connsiteX1" fmla="*/ 1906706 w 12571956"/>
              <a:gd name="connsiteY1" fmla="*/ 767358 h 777497"/>
              <a:gd name="connsiteX2" fmla="*/ 3468099 w 12571956"/>
              <a:gd name="connsiteY2" fmla="*/ 10582 h 777497"/>
              <a:gd name="connsiteX3" fmla="*/ 4947301 w 12571956"/>
              <a:gd name="connsiteY3" fmla="*/ 777497 h 777497"/>
              <a:gd name="connsiteX4" fmla="*/ 6473252 w 12571956"/>
              <a:gd name="connsiteY4" fmla="*/ 11810 h 777497"/>
              <a:gd name="connsiteX5" fmla="*/ 8040348 w 12571956"/>
              <a:gd name="connsiteY5" fmla="*/ 763946 h 777497"/>
              <a:gd name="connsiteX6" fmla="*/ 9535462 w 12571956"/>
              <a:gd name="connsiteY6" fmla="*/ 32118 h 777497"/>
              <a:gd name="connsiteX7" fmla="*/ 11068807 w 12571956"/>
              <a:gd name="connsiteY7" fmla="*/ 757341 h 777497"/>
              <a:gd name="connsiteX8" fmla="*/ 12571956 w 12571956"/>
              <a:gd name="connsiteY8" fmla="*/ 29939 h 777497"/>
              <a:gd name="connsiteX0" fmla="*/ 0 w 12212940"/>
              <a:gd name="connsiteY0" fmla="*/ 30517 h 766918"/>
              <a:gd name="connsiteX1" fmla="*/ 1547690 w 12212940"/>
              <a:gd name="connsiteY1" fmla="*/ 756779 h 766918"/>
              <a:gd name="connsiteX2" fmla="*/ 3109083 w 12212940"/>
              <a:gd name="connsiteY2" fmla="*/ 3 h 766918"/>
              <a:gd name="connsiteX3" fmla="*/ 4588285 w 12212940"/>
              <a:gd name="connsiteY3" fmla="*/ 766918 h 766918"/>
              <a:gd name="connsiteX4" fmla="*/ 6114236 w 12212940"/>
              <a:gd name="connsiteY4" fmla="*/ 1231 h 766918"/>
              <a:gd name="connsiteX5" fmla="*/ 7681332 w 12212940"/>
              <a:gd name="connsiteY5" fmla="*/ 753367 h 766918"/>
              <a:gd name="connsiteX6" fmla="*/ 9176446 w 12212940"/>
              <a:gd name="connsiteY6" fmla="*/ 21539 h 766918"/>
              <a:gd name="connsiteX7" fmla="*/ 10709791 w 12212940"/>
              <a:gd name="connsiteY7" fmla="*/ 746762 h 766918"/>
              <a:gd name="connsiteX8" fmla="*/ 12212940 w 12212940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57796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27023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27023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1412 w 12163065"/>
              <a:gd name="connsiteY0" fmla="*/ 9969 h 766918"/>
              <a:gd name="connsiteX1" fmla="*/ 1497815 w 12163065"/>
              <a:gd name="connsiteY1" fmla="*/ 756779 h 766918"/>
              <a:gd name="connsiteX2" fmla="*/ 3028435 w 12163065"/>
              <a:gd name="connsiteY2" fmla="*/ 3 h 766918"/>
              <a:gd name="connsiteX3" fmla="*/ 4538410 w 12163065"/>
              <a:gd name="connsiteY3" fmla="*/ 766918 h 766918"/>
              <a:gd name="connsiteX4" fmla="*/ 6064361 w 12163065"/>
              <a:gd name="connsiteY4" fmla="*/ 1231 h 766918"/>
              <a:gd name="connsiteX5" fmla="*/ 7631457 w 12163065"/>
              <a:gd name="connsiteY5" fmla="*/ 753367 h 766918"/>
              <a:gd name="connsiteX6" fmla="*/ 9126571 w 12163065"/>
              <a:gd name="connsiteY6" fmla="*/ 21539 h 766918"/>
              <a:gd name="connsiteX7" fmla="*/ 10659916 w 12163065"/>
              <a:gd name="connsiteY7" fmla="*/ 746762 h 766918"/>
              <a:gd name="connsiteX8" fmla="*/ 12163065 w 12163065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27023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0 w 12161653"/>
              <a:gd name="connsiteY0" fmla="*/ 16526 h 773475"/>
              <a:gd name="connsiteX1" fmla="*/ 1496403 w 12161653"/>
              <a:gd name="connsiteY1" fmla="*/ 383192 h 773475"/>
              <a:gd name="connsiteX2" fmla="*/ 3027023 w 12161653"/>
              <a:gd name="connsiteY2" fmla="*/ 6560 h 773475"/>
              <a:gd name="connsiteX3" fmla="*/ 4536998 w 12161653"/>
              <a:gd name="connsiteY3" fmla="*/ 773475 h 773475"/>
              <a:gd name="connsiteX4" fmla="*/ 6062949 w 12161653"/>
              <a:gd name="connsiteY4" fmla="*/ 7788 h 773475"/>
              <a:gd name="connsiteX5" fmla="*/ 7630045 w 12161653"/>
              <a:gd name="connsiteY5" fmla="*/ 759924 h 773475"/>
              <a:gd name="connsiteX6" fmla="*/ 9125159 w 12161653"/>
              <a:gd name="connsiteY6" fmla="*/ 28096 h 773475"/>
              <a:gd name="connsiteX7" fmla="*/ 10658504 w 12161653"/>
              <a:gd name="connsiteY7" fmla="*/ 753319 h 773475"/>
              <a:gd name="connsiteX8" fmla="*/ 12161653 w 12161653"/>
              <a:gd name="connsiteY8" fmla="*/ 25917 h 773475"/>
              <a:gd name="connsiteX0" fmla="*/ 0 w 12161653"/>
              <a:gd name="connsiteY0" fmla="*/ 16526 h 773475"/>
              <a:gd name="connsiteX1" fmla="*/ 1496403 w 12161653"/>
              <a:gd name="connsiteY1" fmla="*/ 383192 h 773475"/>
              <a:gd name="connsiteX2" fmla="*/ 3027023 w 12161653"/>
              <a:gd name="connsiteY2" fmla="*/ 6560 h 773475"/>
              <a:gd name="connsiteX3" fmla="*/ 4536998 w 12161653"/>
              <a:gd name="connsiteY3" fmla="*/ 773475 h 773475"/>
              <a:gd name="connsiteX4" fmla="*/ 6062949 w 12161653"/>
              <a:gd name="connsiteY4" fmla="*/ 7788 h 773475"/>
              <a:gd name="connsiteX5" fmla="*/ 7630045 w 12161653"/>
              <a:gd name="connsiteY5" fmla="*/ 759924 h 773475"/>
              <a:gd name="connsiteX6" fmla="*/ 9125159 w 12161653"/>
              <a:gd name="connsiteY6" fmla="*/ 28096 h 773475"/>
              <a:gd name="connsiteX7" fmla="*/ 10658504 w 12161653"/>
              <a:gd name="connsiteY7" fmla="*/ 753319 h 773475"/>
              <a:gd name="connsiteX8" fmla="*/ 12161653 w 12161653"/>
              <a:gd name="connsiteY8" fmla="*/ 25917 h 773475"/>
              <a:gd name="connsiteX0" fmla="*/ 0 w 12161653"/>
              <a:gd name="connsiteY0" fmla="*/ 13702 h 757111"/>
              <a:gd name="connsiteX1" fmla="*/ 1496403 w 12161653"/>
              <a:gd name="connsiteY1" fmla="*/ 380368 h 757111"/>
              <a:gd name="connsiteX2" fmla="*/ 3027023 w 12161653"/>
              <a:gd name="connsiteY2" fmla="*/ 3736 h 757111"/>
              <a:gd name="connsiteX3" fmla="*/ 4536998 w 12161653"/>
              <a:gd name="connsiteY3" fmla="*/ 411056 h 757111"/>
              <a:gd name="connsiteX4" fmla="*/ 6062949 w 12161653"/>
              <a:gd name="connsiteY4" fmla="*/ 4964 h 757111"/>
              <a:gd name="connsiteX5" fmla="*/ 7630045 w 12161653"/>
              <a:gd name="connsiteY5" fmla="*/ 757100 h 757111"/>
              <a:gd name="connsiteX6" fmla="*/ 9125159 w 12161653"/>
              <a:gd name="connsiteY6" fmla="*/ 25272 h 757111"/>
              <a:gd name="connsiteX7" fmla="*/ 10658504 w 12161653"/>
              <a:gd name="connsiteY7" fmla="*/ 750495 h 757111"/>
              <a:gd name="connsiteX8" fmla="*/ 12161653 w 12161653"/>
              <a:gd name="connsiteY8" fmla="*/ 23093 h 757111"/>
              <a:gd name="connsiteX0" fmla="*/ 0 w 12161653"/>
              <a:gd name="connsiteY0" fmla="*/ 10018 h 746811"/>
              <a:gd name="connsiteX1" fmla="*/ 1496403 w 12161653"/>
              <a:gd name="connsiteY1" fmla="*/ 376684 h 746811"/>
              <a:gd name="connsiteX2" fmla="*/ 3027023 w 12161653"/>
              <a:gd name="connsiteY2" fmla="*/ 52 h 746811"/>
              <a:gd name="connsiteX3" fmla="*/ 4536998 w 12161653"/>
              <a:gd name="connsiteY3" fmla="*/ 407372 h 746811"/>
              <a:gd name="connsiteX4" fmla="*/ 6062949 w 12161653"/>
              <a:gd name="connsiteY4" fmla="*/ 1280 h 746811"/>
              <a:gd name="connsiteX5" fmla="*/ 7609531 w 12161653"/>
              <a:gd name="connsiteY5" fmla="*/ 414369 h 746811"/>
              <a:gd name="connsiteX6" fmla="*/ 9125159 w 12161653"/>
              <a:gd name="connsiteY6" fmla="*/ 21588 h 746811"/>
              <a:gd name="connsiteX7" fmla="*/ 10658504 w 12161653"/>
              <a:gd name="connsiteY7" fmla="*/ 746811 h 746811"/>
              <a:gd name="connsiteX8" fmla="*/ 12161653 w 12161653"/>
              <a:gd name="connsiteY8" fmla="*/ 19409 h 746811"/>
              <a:gd name="connsiteX0" fmla="*/ 0 w 12161653"/>
              <a:gd name="connsiteY0" fmla="*/ 10018 h 414390"/>
              <a:gd name="connsiteX1" fmla="*/ 1496403 w 12161653"/>
              <a:gd name="connsiteY1" fmla="*/ 376684 h 414390"/>
              <a:gd name="connsiteX2" fmla="*/ 3027023 w 12161653"/>
              <a:gd name="connsiteY2" fmla="*/ 52 h 414390"/>
              <a:gd name="connsiteX3" fmla="*/ 4536998 w 12161653"/>
              <a:gd name="connsiteY3" fmla="*/ 407372 h 414390"/>
              <a:gd name="connsiteX4" fmla="*/ 6062949 w 12161653"/>
              <a:gd name="connsiteY4" fmla="*/ 1280 h 414390"/>
              <a:gd name="connsiteX5" fmla="*/ 7609531 w 12161653"/>
              <a:gd name="connsiteY5" fmla="*/ 414369 h 414390"/>
              <a:gd name="connsiteX6" fmla="*/ 9125159 w 12161653"/>
              <a:gd name="connsiteY6" fmla="*/ 21588 h 414390"/>
              <a:gd name="connsiteX7" fmla="*/ 10637989 w 12161653"/>
              <a:gd name="connsiteY7" fmla="*/ 407763 h 414390"/>
              <a:gd name="connsiteX8" fmla="*/ 12161653 w 12161653"/>
              <a:gd name="connsiteY8" fmla="*/ 19409 h 414390"/>
              <a:gd name="connsiteX0" fmla="*/ 0 w 12161653"/>
              <a:gd name="connsiteY0" fmla="*/ 10018 h 479682"/>
              <a:gd name="connsiteX1" fmla="*/ 1496403 w 12161653"/>
              <a:gd name="connsiteY1" fmla="*/ 376684 h 479682"/>
              <a:gd name="connsiteX2" fmla="*/ 3027023 w 12161653"/>
              <a:gd name="connsiteY2" fmla="*/ 52 h 479682"/>
              <a:gd name="connsiteX3" fmla="*/ 4536998 w 12161653"/>
              <a:gd name="connsiteY3" fmla="*/ 407372 h 479682"/>
              <a:gd name="connsiteX4" fmla="*/ 6062949 w 12161653"/>
              <a:gd name="connsiteY4" fmla="*/ 1280 h 479682"/>
              <a:gd name="connsiteX5" fmla="*/ 7609531 w 12161653"/>
              <a:gd name="connsiteY5" fmla="*/ 414369 h 479682"/>
              <a:gd name="connsiteX6" fmla="*/ 9125159 w 12161653"/>
              <a:gd name="connsiteY6" fmla="*/ 21588 h 479682"/>
              <a:gd name="connsiteX7" fmla="*/ 10637989 w 12161653"/>
              <a:gd name="connsiteY7" fmla="*/ 479682 h 479682"/>
              <a:gd name="connsiteX8" fmla="*/ 12161653 w 12161653"/>
              <a:gd name="connsiteY8" fmla="*/ 19409 h 479682"/>
              <a:gd name="connsiteX0" fmla="*/ 430 w 12162083"/>
              <a:gd name="connsiteY0" fmla="*/ 10018 h 479682"/>
              <a:gd name="connsiteX1" fmla="*/ 1496833 w 12162083"/>
              <a:gd name="connsiteY1" fmla="*/ 376684 h 479682"/>
              <a:gd name="connsiteX2" fmla="*/ 3027453 w 12162083"/>
              <a:gd name="connsiteY2" fmla="*/ 52 h 479682"/>
              <a:gd name="connsiteX3" fmla="*/ 4537428 w 12162083"/>
              <a:gd name="connsiteY3" fmla="*/ 407372 h 479682"/>
              <a:gd name="connsiteX4" fmla="*/ 6063379 w 12162083"/>
              <a:gd name="connsiteY4" fmla="*/ 1280 h 479682"/>
              <a:gd name="connsiteX5" fmla="*/ 7609961 w 12162083"/>
              <a:gd name="connsiteY5" fmla="*/ 414369 h 479682"/>
              <a:gd name="connsiteX6" fmla="*/ 9125589 w 12162083"/>
              <a:gd name="connsiteY6" fmla="*/ 21588 h 479682"/>
              <a:gd name="connsiteX7" fmla="*/ 10638419 w 12162083"/>
              <a:gd name="connsiteY7" fmla="*/ 479682 h 479682"/>
              <a:gd name="connsiteX8" fmla="*/ 12162083 w 12162083"/>
              <a:gd name="connsiteY8" fmla="*/ 19409 h 479682"/>
              <a:gd name="connsiteX0" fmla="*/ 430 w 12162083"/>
              <a:gd name="connsiteY0" fmla="*/ 10043 h 479707"/>
              <a:gd name="connsiteX1" fmla="*/ 1496833 w 12162083"/>
              <a:gd name="connsiteY1" fmla="*/ 376709 h 479707"/>
              <a:gd name="connsiteX2" fmla="*/ 3027453 w 12162083"/>
              <a:gd name="connsiteY2" fmla="*/ 77 h 479707"/>
              <a:gd name="connsiteX3" fmla="*/ 4563580 w 12162083"/>
              <a:gd name="connsiteY3" fmla="*/ 414541 h 479707"/>
              <a:gd name="connsiteX4" fmla="*/ 6063379 w 12162083"/>
              <a:gd name="connsiteY4" fmla="*/ 1305 h 479707"/>
              <a:gd name="connsiteX5" fmla="*/ 7609961 w 12162083"/>
              <a:gd name="connsiteY5" fmla="*/ 414394 h 479707"/>
              <a:gd name="connsiteX6" fmla="*/ 9125589 w 12162083"/>
              <a:gd name="connsiteY6" fmla="*/ 21613 h 479707"/>
              <a:gd name="connsiteX7" fmla="*/ 10638419 w 12162083"/>
              <a:gd name="connsiteY7" fmla="*/ 479707 h 479707"/>
              <a:gd name="connsiteX8" fmla="*/ 12162083 w 12162083"/>
              <a:gd name="connsiteY8" fmla="*/ 19434 h 479707"/>
              <a:gd name="connsiteX0" fmla="*/ 430 w 12162083"/>
              <a:gd name="connsiteY0" fmla="*/ 10053 h 479717"/>
              <a:gd name="connsiteX1" fmla="*/ 1496833 w 12162083"/>
              <a:gd name="connsiteY1" fmla="*/ 376719 h 479717"/>
              <a:gd name="connsiteX2" fmla="*/ 3027453 w 12162083"/>
              <a:gd name="connsiteY2" fmla="*/ 87 h 479717"/>
              <a:gd name="connsiteX3" fmla="*/ 4539805 w 12162083"/>
              <a:gd name="connsiteY3" fmla="*/ 416932 h 479717"/>
              <a:gd name="connsiteX4" fmla="*/ 6063379 w 12162083"/>
              <a:gd name="connsiteY4" fmla="*/ 1315 h 479717"/>
              <a:gd name="connsiteX5" fmla="*/ 7609961 w 12162083"/>
              <a:gd name="connsiteY5" fmla="*/ 414404 h 479717"/>
              <a:gd name="connsiteX6" fmla="*/ 9125589 w 12162083"/>
              <a:gd name="connsiteY6" fmla="*/ 21623 h 479717"/>
              <a:gd name="connsiteX7" fmla="*/ 10638419 w 12162083"/>
              <a:gd name="connsiteY7" fmla="*/ 479717 h 479717"/>
              <a:gd name="connsiteX8" fmla="*/ 12162083 w 12162083"/>
              <a:gd name="connsiteY8" fmla="*/ 19444 h 479717"/>
              <a:gd name="connsiteX0" fmla="*/ 430 w 12162083"/>
              <a:gd name="connsiteY0" fmla="*/ 10063 h 479727"/>
              <a:gd name="connsiteX1" fmla="*/ 1496833 w 12162083"/>
              <a:gd name="connsiteY1" fmla="*/ 376729 h 479727"/>
              <a:gd name="connsiteX2" fmla="*/ 3027453 w 12162083"/>
              <a:gd name="connsiteY2" fmla="*/ 97 h 479727"/>
              <a:gd name="connsiteX3" fmla="*/ 4549315 w 12162083"/>
              <a:gd name="connsiteY3" fmla="*/ 419323 h 479727"/>
              <a:gd name="connsiteX4" fmla="*/ 6063379 w 12162083"/>
              <a:gd name="connsiteY4" fmla="*/ 1325 h 479727"/>
              <a:gd name="connsiteX5" fmla="*/ 7609961 w 12162083"/>
              <a:gd name="connsiteY5" fmla="*/ 414414 h 479727"/>
              <a:gd name="connsiteX6" fmla="*/ 9125589 w 12162083"/>
              <a:gd name="connsiteY6" fmla="*/ 21633 h 479727"/>
              <a:gd name="connsiteX7" fmla="*/ 10638419 w 12162083"/>
              <a:gd name="connsiteY7" fmla="*/ 479727 h 479727"/>
              <a:gd name="connsiteX8" fmla="*/ 12162083 w 12162083"/>
              <a:gd name="connsiteY8" fmla="*/ 19454 h 479727"/>
              <a:gd name="connsiteX0" fmla="*/ 428 w 12162081"/>
              <a:gd name="connsiteY0" fmla="*/ 9967 h 479631"/>
              <a:gd name="connsiteX1" fmla="*/ 1503962 w 12162081"/>
              <a:gd name="connsiteY1" fmla="*/ 419496 h 479631"/>
              <a:gd name="connsiteX2" fmla="*/ 3027451 w 12162081"/>
              <a:gd name="connsiteY2" fmla="*/ 1 h 479631"/>
              <a:gd name="connsiteX3" fmla="*/ 4549313 w 12162081"/>
              <a:gd name="connsiteY3" fmla="*/ 419227 h 479631"/>
              <a:gd name="connsiteX4" fmla="*/ 6063377 w 12162081"/>
              <a:gd name="connsiteY4" fmla="*/ 1229 h 479631"/>
              <a:gd name="connsiteX5" fmla="*/ 7609959 w 12162081"/>
              <a:gd name="connsiteY5" fmla="*/ 414318 h 479631"/>
              <a:gd name="connsiteX6" fmla="*/ 9125587 w 12162081"/>
              <a:gd name="connsiteY6" fmla="*/ 21537 h 479631"/>
              <a:gd name="connsiteX7" fmla="*/ 10638417 w 12162081"/>
              <a:gd name="connsiteY7" fmla="*/ 479631 h 479631"/>
              <a:gd name="connsiteX8" fmla="*/ 12162081 w 12162081"/>
              <a:gd name="connsiteY8" fmla="*/ 19358 h 479631"/>
              <a:gd name="connsiteX0" fmla="*/ 428 w 12162081"/>
              <a:gd name="connsiteY0" fmla="*/ 9967 h 419500"/>
              <a:gd name="connsiteX1" fmla="*/ 1503962 w 12162081"/>
              <a:gd name="connsiteY1" fmla="*/ 419496 h 419500"/>
              <a:gd name="connsiteX2" fmla="*/ 3027451 w 12162081"/>
              <a:gd name="connsiteY2" fmla="*/ 1 h 419500"/>
              <a:gd name="connsiteX3" fmla="*/ 4549313 w 12162081"/>
              <a:gd name="connsiteY3" fmla="*/ 419227 h 419500"/>
              <a:gd name="connsiteX4" fmla="*/ 6063377 w 12162081"/>
              <a:gd name="connsiteY4" fmla="*/ 1229 h 419500"/>
              <a:gd name="connsiteX5" fmla="*/ 7609959 w 12162081"/>
              <a:gd name="connsiteY5" fmla="*/ 414318 h 419500"/>
              <a:gd name="connsiteX6" fmla="*/ 9125587 w 12162081"/>
              <a:gd name="connsiteY6" fmla="*/ 21537 h 419500"/>
              <a:gd name="connsiteX7" fmla="*/ 10626531 w 12162081"/>
              <a:gd name="connsiteY7" fmla="*/ 417718 h 419500"/>
              <a:gd name="connsiteX8" fmla="*/ 12162081 w 12162081"/>
              <a:gd name="connsiteY8" fmla="*/ 19358 h 41950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609959 w 12162081"/>
              <a:gd name="connsiteY5" fmla="*/ 414318 h 422480"/>
              <a:gd name="connsiteX6" fmla="*/ 9125587 w 12162081"/>
              <a:gd name="connsiteY6" fmla="*/ 21537 h 422480"/>
              <a:gd name="connsiteX7" fmla="*/ 10650304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609959 w 12162081"/>
              <a:gd name="connsiteY5" fmla="*/ 414318 h 422480"/>
              <a:gd name="connsiteX6" fmla="*/ 9125587 w 12162081"/>
              <a:gd name="connsiteY6" fmla="*/ 21537 h 422480"/>
              <a:gd name="connsiteX7" fmla="*/ 10640795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598073 w 12162081"/>
              <a:gd name="connsiteY5" fmla="*/ 414318 h 422480"/>
              <a:gd name="connsiteX6" fmla="*/ 9125587 w 12162081"/>
              <a:gd name="connsiteY6" fmla="*/ 21537 h 422480"/>
              <a:gd name="connsiteX7" fmla="*/ 10640795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595696 w 12162081"/>
              <a:gd name="connsiteY5" fmla="*/ 421461 h 422480"/>
              <a:gd name="connsiteX6" fmla="*/ 9125587 w 12162081"/>
              <a:gd name="connsiteY6" fmla="*/ 21537 h 422480"/>
              <a:gd name="connsiteX7" fmla="*/ 10640795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15088 h 427601"/>
              <a:gd name="connsiteX1" fmla="*/ 1503962 w 12162081"/>
              <a:gd name="connsiteY1" fmla="*/ 424617 h 427601"/>
              <a:gd name="connsiteX2" fmla="*/ 3027451 w 12162081"/>
              <a:gd name="connsiteY2" fmla="*/ 5122 h 427601"/>
              <a:gd name="connsiteX3" fmla="*/ 4549313 w 12162081"/>
              <a:gd name="connsiteY3" fmla="*/ 424348 h 427601"/>
              <a:gd name="connsiteX4" fmla="*/ 6072887 w 12162081"/>
              <a:gd name="connsiteY4" fmla="*/ 0 h 427601"/>
              <a:gd name="connsiteX5" fmla="*/ 7595696 w 12162081"/>
              <a:gd name="connsiteY5" fmla="*/ 426582 h 427601"/>
              <a:gd name="connsiteX6" fmla="*/ 9125587 w 12162081"/>
              <a:gd name="connsiteY6" fmla="*/ 26658 h 427601"/>
              <a:gd name="connsiteX7" fmla="*/ 10640795 w 12162081"/>
              <a:gd name="connsiteY7" fmla="*/ 427601 h 427601"/>
              <a:gd name="connsiteX8" fmla="*/ 12162081 w 12162081"/>
              <a:gd name="connsiteY8" fmla="*/ 24479 h 427601"/>
              <a:gd name="connsiteX0" fmla="*/ 428 w 12162081"/>
              <a:gd name="connsiteY0" fmla="*/ 15088 h 427606"/>
              <a:gd name="connsiteX1" fmla="*/ 1503962 w 12162081"/>
              <a:gd name="connsiteY1" fmla="*/ 424617 h 427606"/>
              <a:gd name="connsiteX2" fmla="*/ 3027451 w 12162081"/>
              <a:gd name="connsiteY2" fmla="*/ 5122 h 427606"/>
              <a:gd name="connsiteX3" fmla="*/ 4549313 w 12162081"/>
              <a:gd name="connsiteY3" fmla="*/ 424348 h 427606"/>
              <a:gd name="connsiteX4" fmla="*/ 6072887 w 12162081"/>
              <a:gd name="connsiteY4" fmla="*/ 0 h 427606"/>
              <a:gd name="connsiteX5" fmla="*/ 7595696 w 12162081"/>
              <a:gd name="connsiteY5" fmla="*/ 426582 h 427606"/>
              <a:gd name="connsiteX6" fmla="*/ 9122417 w 12162081"/>
              <a:gd name="connsiteY6" fmla="*/ 13958 h 427606"/>
              <a:gd name="connsiteX7" fmla="*/ 10640795 w 12162081"/>
              <a:gd name="connsiteY7" fmla="*/ 427601 h 427606"/>
              <a:gd name="connsiteX8" fmla="*/ 12162081 w 12162081"/>
              <a:gd name="connsiteY8" fmla="*/ 24479 h 427606"/>
              <a:gd name="connsiteX0" fmla="*/ 428 w 12168421"/>
              <a:gd name="connsiteY0" fmla="*/ 15299 h 427818"/>
              <a:gd name="connsiteX1" fmla="*/ 1503962 w 12168421"/>
              <a:gd name="connsiteY1" fmla="*/ 424828 h 427818"/>
              <a:gd name="connsiteX2" fmla="*/ 3027451 w 12168421"/>
              <a:gd name="connsiteY2" fmla="*/ 5333 h 427818"/>
              <a:gd name="connsiteX3" fmla="*/ 4549313 w 12168421"/>
              <a:gd name="connsiteY3" fmla="*/ 424559 h 427818"/>
              <a:gd name="connsiteX4" fmla="*/ 6072887 w 12168421"/>
              <a:gd name="connsiteY4" fmla="*/ 211 h 427818"/>
              <a:gd name="connsiteX5" fmla="*/ 7595696 w 12168421"/>
              <a:gd name="connsiteY5" fmla="*/ 426793 h 427818"/>
              <a:gd name="connsiteX6" fmla="*/ 9122417 w 12168421"/>
              <a:gd name="connsiteY6" fmla="*/ 14169 h 427818"/>
              <a:gd name="connsiteX7" fmla="*/ 10640795 w 12168421"/>
              <a:gd name="connsiteY7" fmla="*/ 427812 h 427818"/>
              <a:gd name="connsiteX8" fmla="*/ 12168421 w 12168421"/>
              <a:gd name="connsiteY8" fmla="*/ 2465 h 4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68421" h="427818">
                <a:moveTo>
                  <a:pt x="428" y="15299"/>
                </a:moveTo>
                <a:cubicBezTo>
                  <a:pt x="-23949" y="3229"/>
                  <a:pt x="999458" y="426489"/>
                  <a:pt x="1503962" y="424828"/>
                </a:cubicBezTo>
                <a:cubicBezTo>
                  <a:pt x="2008466" y="423167"/>
                  <a:pt x="2519893" y="5378"/>
                  <a:pt x="3027451" y="5333"/>
                </a:cubicBezTo>
                <a:cubicBezTo>
                  <a:pt x="3535009" y="5288"/>
                  <a:pt x="4041740" y="425413"/>
                  <a:pt x="4549313" y="424559"/>
                </a:cubicBezTo>
                <a:cubicBezTo>
                  <a:pt x="5056886" y="423705"/>
                  <a:pt x="5565157" y="-161"/>
                  <a:pt x="6072887" y="211"/>
                </a:cubicBezTo>
                <a:cubicBezTo>
                  <a:pt x="6580618" y="583"/>
                  <a:pt x="7087441" y="424467"/>
                  <a:pt x="7595696" y="426793"/>
                </a:cubicBezTo>
                <a:cubicBezTo>
                  <a:pt x="8103951" y="429119"/>
                  <a:pt x="8614901" y="13999"/>
                  <a:pt x="9122417" y="14169"/>
                </a:cubicBezTo>
                <a:cubicBezTo>
                  <a:pt x="9629933" y="14339"/>
                  <a:pt x="10133128" y="429763"/>
                  <a:pt x="10640795" y="427812"/>
                </a:cubicBezTo>
                <a:cubicBezTo>
                  <a:pt x="11148462" y="425861"/>
                  <a:pt x="12122537" y="-37684"/>
                  <a:pt x="12168421" y="2465"/>
                </a:cubicBezTo>
              </a:path>
            </a:pathLst>
          </a:cu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7F16BB-108A-3466-9C7A-C8CB520D275C}"/>
              </a:ext>
            </a:extLst>
          </p:cNvPr>
          <p:cNvCxnSpPr/>
          <p:nvPr/>
        </p:nvCxnSpPr>
        <p:spPr>
          <a:xfrm>
            <a:off x="20117" y="1291432"/>
            <a:ext cx="122018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A66B23-FB34-0B6E-7A46-CDC96F6E8074}"/>
              </a:ext>
            </a:extLst>
          </p:cNvPr>
          <p:cNvCxnSpPr/>
          <p:nvPr/>
        </p:nvCxnSpPr>
        <p:spPr>
          <a:xfrm>
            <a:off x="1220152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7B978-079B-FF80-8166-47E027ED590B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09FB79-DADB-E172-A36B-97061898AB98}"/>
              </a:ext>
            </a:extLst>
          </p:cNvPr>
          <p:cNvCxnSpPr/>
          <p:nvPr/>
        </p:nvCxnSpPr>
        <p:spPr>
          <a:xfrm>
            <a:off x="1525191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17E7F6-43D8-A3FC-4702-9520FDD33D86}"/>
              </a:ext>
            </a:extLst>
          </p:cNvPr>
          <p:cNvCxnSpPr/>
          <p:nvPr/>
        </p:nvCxnSpPr>
        <p:spPr>
          <a:xfrm>
            <a:off x="3050382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E492AC-2AC9-47F5-A056-F879A840C9C0}"/>
              </a:ext>
            </a:extLst>
          </p:cNvPr>
          <p:cNvCxnSpPr/>
          <p:nvPr/>
        </p:nvCxnSpPr>
        <p:spPr>
          <a:xfrm>
            <a:off x="6100764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38298B-2746-49A7-D232-E4EC4BD5C4B8}"/>
              </a:ext>
            </a:extLst>
          </p:cNvPr>
          <p:cNvCxnSpPr/>
          <p:nvPr/>
        </p:nvCxnSpPr>
        <p:spPr>
          <a:xfrm>
            <a:off x="4575573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7D8A-374C-19B7-DE8B-B8CBB12FBF19}"/>
              </a:ext>
            </a:extLst>
          </p:cNvPr>
          <p:cNvCxnSpPr/>
          <p:nvPr/>
        </p:nvCxnSpPr>
        <p:spPr>
          <a:xfrm>
            <a:off x="762595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A169B71-26AE-1EC3-1555-4199FE62E1ED}"/>
              </a:ext>
            </a:extLst>
          </p:cNvPr>
          <p:cNvCxnSpPr/>
          <p:nvPr/>
        </p:nvCxnSpPr>
        <p:spPr>
          <a:xfrm>
            <a:off x="9151146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E2B865-0943-6594-4190-B6050EEAEFD5}"/>
              </a:ext>
            </a:extLst>
          </p:cNvPr>
          <p:cNvCxnSpPr/>
          <p:nvPr/>
        </p:nvCxnSpPr>
        <p:spPr>
          <a:xfrm>
            <a:off x="10676337" y="66675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074C76-65B6-0477-C6A9-4BEBD51E1583}"/>
              </a:ext>
            </a:extLst>
          </p:cNvPr>
          <p:cNvCxnSpPr/>
          <p:nvPr/>
        </p:nvCxnSpPr>
        <p:spPr>
          <a:xfrm>
            <a:off x="156642" y="865544"/>
            <a:ext cx="122018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47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A539-EC7C-D0D7-8713-8766EB04F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CF6E9DA-4278-7864-F656-9F8FC31C86B1}"/>
              </a:ext>
            </a:extLst>
          </p:cNvPr>
          <p:cNvSpPr/>
          <p:nvPr/>
        </p:nvSpPr>
        <p:spPr>
          <a:xfrm>
            <a:off x="20119" y="860212"/>
            <a:ext cx="12188070" cy="427818"/>
          </a:xfrm>
          <a:custGeom>
            <a:avLst/>
            <a:gdLst>
              <a:gd name="connsiteX0" fmla="*/ 0 w 12329639"/>
              <a:gd name="connsiteY0" fmla="*/ 172081 h 1087698"/>
              <a:gd name="connsiteX1" fmla="*/ 3775587 w 12329639"/>
              <a:gd name="connsiteY1" fmla="*/ 1086481 h 1087698"/>
              <a:gd name="connsiteX2" fmla="*/ 5220929 w 12329639"/>
              <a:gd name="connsiteY2" fmla="*/ 378558 h 1087698"/>
              <a:gd name="connsiteX3" fmla="*/ 7433187 w 12329639"/>
              <a:gd name="connsiteY3" fmla="*/ 870171 h 1087698"/>
              <a:gd name="connsiteX4" fmla="*/ 9301316 w 12329639"/>
              <a:gd name="connsiteY4" fmla="*/ 260571 h 1087698"/>
              <a:gd name="connsiteX5" fmla="*/ 10962968 w 12329639"/>
              <a:gd name="connsiteY5" fmla="*/ 948829 h 1087698"/>
              <a:gd name="connsiteX6" fmla="*/ 12270658 w 12329639"/>
              <a:gd name="connsiteY6" fmla="*/ 54093 h 1087698"/>
              <a:gd name="connsiteX7" fmla="*/ 12113342 w 12329639"/>
              <a:gd name="connsiteY7" fmla="*/ 113087 h 1087698"/>
              <a:gd name="connsiteX8" fmla="*/ 12192000 w 12329639"/>
              <a:gd name="connsiteY8" fmla="*/ 221242 h 1087698"/>
              <a:gd name="connsiteX0" fmla="*/ 0 w 12329639"/>
              <a:gd name="connsiteY0" fmla="*/ 172081 h 950041"/>
              <a:gd name="connsiteX1" fmla="*/ 2841522 w 12329639"/>
              <a:gd name="connsiteY1" fmla="*/ 929165 h 950041"/>
              <a:gd name="connsiteX2" fmla="*/ 5220929 w 12329639"/>
              <a:gd name="connsiteY2" fmla="*/ 378558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41"/>
              <a:gd name="connsiteX1" fmla="*/ 1976284 w 12329639"/>
              <a:gd name="connsiteY1" fmla="*/ 929165 h 950041"/>
              <a:gd name="connsiteX2" fmla="*/ 5220929 w 12329639"/>
              <a:gd name="connsiteY2" fmla="*/ 378558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41"/>
              <a:gd name="connsiteX1" fmla="*/ 1976284 w 12329639"/>
              <a:gd name="connsiteY1" fmla="*/ 929165 h 950041"/>
              <a:gd name="connsiteX2" fmla="*/ 5093110 w 12329639"/>
              <a:gd name="connsiteY2" fmla="*/ 201578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41"/>
              <a:gd name="connsiteX1" fmla="*/ 1976284 w 12329639"/>
              <a:gd name="connsiteY1" fmla="*/ 929165 h 950041"/>
              <a:gd name="connsiteX2" fmla="*/ 3480619 w 12329639"/>
              <a:gd name="connsiteY2" fmla="*/ 181914 h 950041"/>
              <a:gd name="connsiteX3" fmla="*/ 7433187 w 12329639"/>
              <a:gd name="connsiteY3" fmla="*/ 870171 h 950041"/>
              <a:gd name="connsiteX4" fmla="*/ 9301316 w 12329639"/>
              <a:gd name="connsiteY4" fmla="*/ 260571 h 950041"/>
              <a:gd name="connsiteX5" fmla="*/ 10962968 w 12329639"/>
              <a:gd name="connsiteY5" fmla="*/ 948829 h 950041"/>
              <a:gd name="connsiteX6" fmla="*/ 12270658 w 12329639"/>
              <a:gd name="connsiteY6" fmla="*/ 54093 h 950041"/>
              <a:gd name="connsiteX7" fmla="*/ 12113342 w 12329639"/>
              <a:gd name="connsiteY7" fmla="*/ 113087 h 950041"/>
              <a:gd name="connsiteX8" fmla="*/ 12192000 w 12329639"/>
              <a:gd name="connsiteY8" fmla="*/ 221242 h 950041"/>
              <a:gd name="connsiteX0" fmla="*/ 0 w 12329639"/>
              <a:gd name="connsiteY0" fmla="*/ 172081 h 950020"/>
              <a:gd name="connsiteX1" fmla="*/ 1976284 w 12329639"/>
              <a:gd name="connsiteY1" fmla="*/ 929165 h 950020"/>
              <a:gd name="connsiteX2" fmla="*/ 3480619 w 12329639"/>
              <a:gd name="connsiteY2" fmla="*/ 181914 h 950020"/>
              <a:gd name="connsiteX3" fmla="*/ 5378245 w 12329639"/>
              <a:gd name="connsiteY3" fmla="*/ 948829 h 950020"/>
              <a:gd name="connsiteX4" fmla="*/ 9301316 w 12329639"/>
              <a:gd name="connsiteY4" fmla="*/ 260571 h 950020"/>
              <a:gd name="connsiteX5" fmla="*/ 10962968 w 12329639"/>
              <a:gd name="connsiteY5" fmla="*/ 948829 h 950020"/>
              <a:gd name="connsiteX6" fmla="*/ 12270658 w 12329639"/>
              <a:gd name="connsiteY6" fmla="*/ 54093 h 950020"/>
              <a:gd name="connsiteX7" fmla="*/ 12113342 w 12329639"/>
              <a:gd name="connsiteY7" fmla="*/ 113087 h 950020"/>
              <a:gd name="connsiteX8" fmla="*/ 12192000 w 12329639"/>
              <a:gd name="connsiteY8" fmla="*/ 221242 h 950020"/>
              <a:gd name="connsiteX0" fmla="*/ 0 w 12329639"/>
              <a:gd name="connsiteY0" fmla="*/ 172081 h 949580"/>
              <a:gd name="connsiteX1" fmla="*/ 1976284 w 12329639"/>
              <a:gd name="connsiteY1" fmla="*/ 929165 h 949580"/>
              <a:gd name="connsiteX2" fmla="*/ 3480619 w 12329639"/>
              <a:gd name="connsiteY2" fmla="*/ 181914 h 949580"/>
              <a:gd name="connsiteX3" fmla="*/ 5378245 w 12329639"/>
              <a:gd name="connsiteY3" fmla="*/ 948829 h 949580"/>
              <a:gd name="connsiteX4" fmla="*/ 7541342 w 12329639"/>
              <a:gd name="connsiteY4" fmla="*/ 221242 h 949580"/>
              <a:gd name="connsiteX5" fmla="*/ 10962968 w 12329639"/>
              <a:gd name="connsiteY5" fmla="*/ 948829 h 949580"/>
              <a:gd name="connsiteX6" fmla="*/ 12270658 w 12329639"/>
              <a:gd name="connsiteY6" fmla="*/ 54093 h 949580"/>
              <a:gd name="connsiteX7" fmla="*/ 12113342 w 12329639"/>
              <a:gd name="connsiteY7" fmla="*/ 113087 h 949580"/>
              <a:gd name="connsiteX8" fmla="*/ 12192000 w 12329639"/>
              <a:gd name="connsiteY8" fmla="*/ 221242 h 949580"/>
              <a:gd name="connsiteX0" fmla="*/ 0 w 12425620"/>
              <a:gd name="connsiteY0" fmla="*/ 164941 h 941733"/>
              <a:gd name="connsiteX1" fmla="*/ 1976284 w 12425620"/>
              <a:gd name="connsiteY1" fmla="*/ 922025 h 941733"/>
              <a:gd name="connsiteX2" fmla="*/ 3480619 w 12425620"/>
              <a:gd name="connsiteY2" fmla="*/ 174774 h 941733"/>
              <a:gd name="connsiteX3" fmla="*/ 5378245 w 12425620"/>
              <a:gd name="connsiteY3" fmla="*/ 941689 h 941733"/>
              <a:gd name="connsiteX4" fmla="*/ 7541342 w 12425620"/>
              <a:gd name="connsiteY4" fmla="*/ 214102 h 941733"/>
              <a:gd name="connsiteX5" fmla="*/ 9596284 w 12425620"/>
              <a:gd name="connsiteY5" fmla="*/ 843366 h 941733"/>
              <a:gd name="connsiteX6" fmla="*/ 12270658 w 12425620"/>
              <a:gd name="connsiteY6" fmla="*/ 46953 h 941733"/>
              <a:gd name="connsiteX7" fmla="*/ 12113342 w 12425620"/>
              <a:gd name="connsiteY7" fmla="*/ 105947 h 941733"/>
              <a:gd name="connsiteX8" fmla="*/ 12192000 w 12425620"/>
              <a:gd name="connsiteY8" fmla="*/ 214102 h 941733"/>
              <a:gd name="connsiteX0" fmla="*/ 0 w 12446934"/>
              <a:gd name="connsiteY0" fmla="*/ 552701 h 1329493"/>
              <a:gd name="connsiteX1" fmla="*/ 1976284 w 12446934"/>
              <a:gd name="connsiteY1" fmla="*/ 1309785 h 1329493"/>
              <a:gd name="connsiteX2" fmla="*/ 3480619 w 12446934"/>
              <a:gd name="connsiteY2" fmla="*/ 562534 h 1329493"/>
              <a:gd name="connsiteX3" fmla="*/ 5378245 w 12446934"/>
              <a:gd name="connsiteY3" fmla="*/ 1329449 h 1329493"/>
              <a:gd name="connsiteX4" fmla="*/ 7541342 w 12446934"/>
              <a:gd name="connsiteY4" fmla="*/ 601862 h 1329493"/>
              <a:gd name="connsiteX5" fmla="*/ 9596284 w 12446934"/>
              <a:gd name="connsiteY5" fmla="*/ 1231126 h 1329493"/>
              <a:gd name="connsiteX6" fmla="*/ 12270658 w 12446934"/>
              <a:gd name="connsiteY6" fmla="*/ 434713 h 1329493"/>
              <a:gd name="connsiteX7" fmla="*/ 12192000 w 12446934"/>
              <a:gd name="connsiteY7" fmla="*/ 2094 h 1329493"/>
              <a:gd name="connsiteX8" fmla="*/ 12192000 w 12446934"/>
              <a:gd name="connsiteY8" fmla="*/ 601862 h 1329493"/>
              <a:gd name="connsiteX0" fmla="*/ 0 w 12193282"/>
              <a:gd name="connsiteY0" fmla="*/ 551070 h 1492944"/>
              <a:gd name="connsiteX1" fmla="*/ 1976284 w 12193282"/>
              <a:gd name="connsiteY1" fmla="*/ 1308154 h 1492944"/>
              <a:gd name="connsiteX2" fmla="*/ 3480619 w 12193282"/>
              <a:gd name="connsiteY2" fmla="*/ 560903 h 1492944"/>
              <a:gd name="connsiteX3" fmla="*/ 5378245 w 12193282"/>
              <a:gd name="connsiteY3" fmla="*/ 1327818 h 1492944"/>
              <a:gd name="connsiteX4" fmla="*/ 7541342 w 12193282"/>
              <a:gd name="connsiteY4" fmla="*/ 600231 h 1492944"/>
              <a:gd name="connsiteX5" fmla="*/ 9596284 w 12193282"/>
              <a:gd name="connsiteY5" fmla="*/ 1229495 h 1492944"/>
              <a:gd name="connsiteX6" fmla="*/ 11690554 w 12193282"/>
              <a:gd name="connsiteY6" fmla="*/ 1416307 h 1492944"/>
              <a:gd name="connsiteX7" fmla="*/ 12192000 w 12193282"/>
              <a:gd name="connsiteY7" fmla="*/ 463 h 1492944"/>
              <a:gd name="connsiteX8" fmla="*/ 12192000 w 12193282"/>
              <a:gd name="connsiteY8" fmla="*/ 600231 h 1492944"/>
              <a:gd name="connsiteX0" fmla="*/ 0 w 12192176"/>
              <a:gd name="connsiteY0" fmla="*/ 551890 h 1328682"/>
              <a:gd name="connsiteX1" fmla="*/ 1976284 w 12192176"/>
              <a:gd name="connsiteY1" fmla="*/ 1308974 h 1328682"/>
              <a:gd name="connsiteX2" fmla="*/ 3480619 w 12192176"/>
              <a:gd name="connsiteY2" fmla="*/ 561723 h 1328682"/>
              <a:gd name="connsiteX3" fmla="*/ 5378245 w 12192176"/>
              <a:gd name="connsiteY3" fmla="*/ 1328638 h 1328682"/>
              <a:gd name="connsiteX4" fmla="*/ 7541342 w 12192176"/>
              <a:gd name="connsiteY4" fmla="*/ 601051 h 1328682"/>
              <a:gd name="connsiteX5" fmla="*/ 9596284 w 12192176"/>
              <a:gd name="connsiteY5" fmla="*/ 1230315 h 1328682"/>
              <a:gd name="connsiteX6" fmla="*/ 11051457 w 12192176"/>
              <a:gd name="connsiteY6" fmla="*/ 610882 h 1328682"/>
              <a:gd name="connsiteX7" fmla="*/ 12192000 w 12192176"/>
              <a:gd name="connsiteY7" fmla="*/ 1283 h 1328682"/>
              <a:gd name="connsiteX8" fmla="*/ 12192000 w 12192176"/>
              <a:gd name="connsiteY8" fmla="*/ 601051 h 1328682"/>
              <a:gd name="connsiteX0" fmla="*/ 0 w 12192000"/>
              <a:gd name="connsiteY0" fmla="*/ 0 h 776792"/>
              <a:gd name="connsiteX1" fmla="*/ 1976284 w 12192000"/>
              <a:gd name="connsiteY1" fmla="*/ 757084 h 776792"/>
              <a:gd name="connsiteX2" fmla="*/ 3480619 w 12192000"/>
              <a:gd name="connsiteY2" fmla="*/ 9833 h 776792"/>
              <a:gd name="connsiteX3" fmla="*/ 5378245 w 12192000"/>
              <a:gd name="connsiteY3" fmla="*/ 776748 h 776792"/>
              <a:gd name="connsiteX4" fmla="*/ 7541342 w 12192000"/>
              <a:gd name="connsiteY4" fmla="*/ 49161 h 776792"/>
              <a:gd name="connsiteX5" fmla="*/ 9596284 w 12192000"/>
              <a:gd name="connsiteY5" fmla="*/ 678425 h 776792"/>
              <a:gd name="connsiteX6" fmla="*/ 11051457 w 12192000"/>
              <a:gd name="connsiteY6" fmla="*/ 58992 h 776792"/>
              <a:gd name="connsiteX7" fmla="*/ 11808542 w 12192000"/>
              <a:gd name="connsiteY7" fmla="*/ 727587 h 776792"/>
              <a:gd name="connsiteX8" fmla="*/ 12192000 w 12192000"/>
              <a:gd name="connsiteY8" fmla="*/ 49161 h 776792"/>
              <a:gd name="connsiteX0" fmla="*/ 0 w 12270658"/>
              <a:gd name="connsiteY0" fmla="*/ 0 h 776792"/>
              <a:gd name="connsiteX1" fmla="*/ 1976284 w 12270658"/>
              <a:gd name="connsiteY1" fmla="*/ 757084 h 776792"/>
              <a:gd name="connsiteX2" fmla="*/ 3480619 w 12270658"/>
              <a:gd name="connsiteY2" fmla="*/ 9833 h 776792"/>
              <a:gd name="connsiteX3" fmla="*/ 5378245 w 12270658"/>
              <a:gd name="connsiteY3" fmla="*/ 776748 h 776792"/>
              <a:gd name="connsiteX4" fmla="*/ 7541342 w 12270658"/>
              <a:gd name="connsiteY4" fmla="*/ 49161 h 776792"/>
              <a:gd name="connsiteX5" fmla="*/ 9596284 w 12270658"/>
              <a:gd name="connsiteY5" fmla="*/ 678425 h 776792"/>
              <a:gd name="connsiteX6" fmla="*/ 11051457 w 12270658"/>
              <a:gd name="connsiteY6" fmla="*/ 58992 h 776792"/>
              <a:gd name="connsiteX7" fmla="*/ 11808542 w 12270658"/>
              <a:gd name="connsiteY7" fmla="*/ 727587 h 776792"/>
              <a:gd name="connsiteX8" fmla="*/ 12270658 w 12270658"/>
              <a:gd name="connsiteY8" fmla="*/ 19665 h 776792"/>
              <a:gd name="connsiteX0" fmla="*/ 0 w 12270658"/>
              <a:gd name="connsiteY0" fmla="*/ 0 h 776792"/>
              <a:gd name="connsiteX1" fmla="*/ 1976284 w 12270658"/>
              <a:gd name="connsiteY1" fmla="*/ 757084 h 776792"/>
              <a:gd name="connsiteX2" fmla="*/ 3480619 w 12270658"/>
              <a:gd name="connsiteY2" fmla="*/ 9833 h 776792"/>
              <a:gd name="connsiteX3" fmla="*/ 5378245 w 12270658"/>
              <a:gd name="connsiteY3" fmla="*/ 776748 h 776792"/>
              <a:gd name="connsiteX4" fmla="*/ 7541342 w 12270658"/>
              <a:gd name="connsiteY4" fmla="*/ 49161 h 776792"/>
              <a:gd name="connsiteX5" fmla="*/ 9596284 w 12270658"/>
              <a:gd name="connsiteY5" fmla="*/ 678425 h 776792"/>
              <a:gd name="connsiteX6" fmla="*/ 11051457 w 12270658"/>
              <a:gd name="connsiteY6" fmla="*/ 58992 h 776792"/>
              <a:gd name="connsiteX7" fmla="*/ 11769213 w 12270658"/>
              <a:gd name="connsiteY7" fmla="*/ 363793 h 776792"/>
              <a:gd name="connsiteX8" fmla="*/ 12270658 w 1227065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680723 w 12182168"/>
              <a:gd name="connsiteY7" fmla="*/ 363793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700355 w 12182168"/>
              <a:gd name="connsiteY7" fmla="*/ 314632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700355 w 12182168"/>
              <a:gd name="connsiteY7" fmla="*/ 314632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614768 w 12182168"/>
              <a:gd name="connsiteY7" fmla="*/ 724207 h 776792"/>
              <a:gd name="connsiteX8" fmla="*/ 12182168 w 12182168"/>
              <a:gd name="connsiteY8" fmla="*/ 19665 h 776792"/>
              <a:gd name="connsiteX0" fmla="*/ 0 w 12182168"/>
              <a:gd name="connsiteY0" fmla="*/ 0 h 776792"/>
              <a:gd name="connsiteX1" fmla="*/ 1887794 w 12182168"/>
              <a:gd name="connsiteY1" fmla="*/ 757084 h 776792"/>
              <a:gd name="connsiteX2" fmla="*/ 3392129 w 12182168"/>
              <a:gd name="connsiteY2" fmla="*/ 9833 h 776792"/>
              <a:gd name="connsiteX3" fmla="*/ 5289755 w 12182168"/>
              <a:gd name="connsiteY3" fmla="*/ 776748 h 776792"/>
              <a:gd name="connsiteX4" fmla="*/ 7452852 w 12182168"/>
              <a:gd name="connsiteY4" fmla="*/ 49161 h 776792"/>
              <a:gd name="connsiteX5" fmla="*/ 9507794 w 12182168"/>
              <a:gd name="connsiteY5" fmla="*/ 678425 h 776792"/>
              <a:gd name="connsiteX6" fmla="*/ 10962967 w 12182168"/>
              <a:gd name="connsiteY6" fmla="*/ 58992 h 776792"/>
              <a:gd name="connsiteX7" fmla="*/ 11614768 w 12182168"/>
              <a:gd name="connsiteY7" fmla="*/ 724207 h 776792"/>
              <a:gd name="connsiteX8" fmla="*/ 12182168 w 12182168"/>
              <a:gd name="connsiteY8" fmla="*/ 19665 h 776792"/>
              <a:gd name="connsiteX0" fmla="*/ 0 w 12182168"/>
              <a:gd name="connsiteY0" fmla="*/ 0 h 776793"/>
              <a:gd name="connsiteX1" fmla="*/ 1887794 w 12182168"/>
              <a:gd name="connsiteY1" fmla="*/ 757084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962967 w 12182168"/>
              <a:gd name="connsiteY6" fmla="*/ 58992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93"/>
              <a:gd name="connsiteX1" fmla="*/ 1887794 w 12182168"/>
              <a:gd name="connsiteY1" fmla="*/ 757084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378124 w 12182168"/>
              <a:gd name="connsiteY6" fmla="*/ 44704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93"/>
              <a:gd name="connsiteX1" fmla="*/ 1488389 w 12182168"/>
              <a:gd name="connsiteY1" fmla="*/ 766609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378124 w 12182168"/>
              <a:gd name="connsiteY6" fmla="*/ 44704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93"/>
              <a:gd name="connsiteX1" fmla="*/ 1516918 w 12182168"/>
              <a:gd name="connsiteY1" fmla="*/ 757084 h 776793"/>
              <a:gd name="connsiteX2" fmla="*/ 3392129 w 12182168"/>
              <a:gd name="connsiteY2" fmla="*/ 9833 h 776793"/>
              <a:gd name="connsiteX3" fmla="*/ 5289755 w 12182168"/>
              <a:gd name="connsiteY3" fmla="*/ 776748 h 776793"/>
              <a:gd name="connsiteX4" fmla="*/ 7452852 w 12182168"/>
              <a:gd name="connsiteY4" fmla="*/ 49161 h 776793"/>
              <a:gd name="connsiteX5" fmla="*/ 8837364 w 12182168"/>
              <a:gd name="connsiteY5" fmla="*/ 616512 h 776793"/>
              <a:gd name="connsiteX6" fmla="*/ 10378124 w 12182168"/>
              <a:gd name="connsiteY6" fmla="*/ 44704 h 776793"/>
              <a:gd name="connsiteX7" fmla="*/ 11614768 w 12182168"/>
              <a:gd name="connsiteY7" fmla="*/ 724207 h 776793"/>
              <a:gd name="connsiteX8" fmla="*/ 12182168 w 12182168"/>
              <a:gd name="connsiteY8" fmla="*/ 19665 h 776793"/>
              <a:gd name="connsiteX0" fmla="*/ 0 w 12182168"/>
              <a:gd name="connsiteY0" fmla="*/ 0 h 776774"/>
              <a:gd name="connsiteX1" fmla="*/ 1516918 w 12182168"/>
              <a:gd name="connsiteY1" fmla="*/ 757084 h 776774"/>
              <a:gd name="connsiteX2" fmla="*/ 3021253 w 12182168"/>
              <a:gd name="connsiteY2" fmla="*/ 19358 h 776774"/>
              <a:gd name="connsiteX3" fmla="*/ 5289755 w 12182168"/>
              <a:gd name="connsiteY3" fmla="*/ 776748 h 776774"/>
              <a:gd name="connsiteX4" fmla="*/ 7452852 w 12182168"/>
              <a:gd name="connsiteY4" fmla="*/ 49161 h 776774"/>
              <a:gd name="connsiteX5" fmla="*/ 8837364 w 12182168"/>
              <a:gd name="connsiteY5" fmla="*/ 616512 h 776774"/>
              <a:gd name="connsiteX6" fmla="*/ 10378124 w 12182168"/>
              <a:gd name="connsiteY6" fmla="*/ 44704 h 776774"/>
              <a:gd name="connsiteX7" fmla="*/ 11614768 w 12182168"/>
              <a:gd name="connsiteY7" fmla="*/ 724207 h 776774"/>
              <a:gd name="connsiteX8" fmla="*/ 12182168 w 12182168"/>
              <a:gd name="connsiteY8" fmla="*/ 19665 h 776774"/>
              <a:gd name="connsiteX0" fmla="*/ 0 w 12182168"/>
              <a:gd name="connsiteY0" fmla="*/ 0 h 776817"/>
              <a:gd name="connsiteX1" fmla="*/ 1516918 w 12182168"/>
              <a:gd name="connsiteY1" fmla="*/ 757084 h 776817"/>
              <a:gd name="connsiteX2" fmla="*/ 3078311 w 12182168"/>
              <a:gd name="connsiteY2" fmla="*/ 308 h 776817"/>
              <a:gd name="connsiteX3" fmla="*/ 5289755 w 12182168"/>
              <a:gd name="connsiteY3" fmla="*/ 776748 h 776817"/>
              <a:gd name="connsiteX4" fmla="*/ 7452852 w 12182168"/>
              <a:gd name="connsiteY4" fmla="*/ 49161 h 776817"/>
              <a:gd name="connsiteX5" fmla="*/ 8837364 w 12182168"/>
              <a:gd name="connsiteY5" fmla="*/ 616512 h 776817"/>
              <a:gd name="connsiteX6" fmla="*/ 10378124 w 12182168"/>
              <a:gd name="connsiteY6" fmla="*/ 44704 h 776817"/>
              <a:gd name="connsiteX7" fmla="*/ 11614768 w 12182168"/>
              <a:gd name="connsiteY7" fmla="*/ 724207 h 776817"/>
              <a:gd name="connsiteX8" fmla="*/ 12182168 w 12182168"/>
              <a:gd name="connsiteY8" fmla="*/ 19665 h 776817"/>
              <a:gd name="connsiteX0" fmla="*/ 0 w 12182168"/>
              <a:gd name="connsiteY0" fmla="*/ 0 h 776817"/>
              <a:gd name="connsiteX1" fmla="*/ 1516918 w 12182168"/>
              <a:gd name="connsiteY1" fmla="*/ 757084 h 776817"/>
              <a:gd name="connsiteX2" fmla="*/ 3078311 w 12182168"/>
              <a:gd name="connsiteY2" fmla="*/ 308 h 776817"/>
              <a:gd name="connsiteX3" fmla="*/ 5289755 w 12182168"/>
              <a:gd name="connsiteY3" fmla="*/ 776748 h 776817"/>
              <a:gd name="connsiteX4" fmla="*/ 7452852 w 12182168"/>
              <a:gd name="connsiteY4" fmla="*/ 49161 h 776817"/>
              <a:gd name="connsiteX5" fmla="*/ 8837364 w 12182168"/>
              <a:gd name="connsiteY5" fmla="*/ 616512 h 776817"/>
              <a:gd name="connsiteX6" fmla="*/ 10378124 w 12182168"/>
              <a:gd name="connsiteY6" fmla="*/ 44704 h 776817"/>
              <a:gd name="connsiteX7" fmla="*/ 11614768 w 12182168"/>
              <a:gd name="connsiteY7" fmla="*/ 724207 h 776817"/>
              <a:gd name="connsiteX8" fmla="*/ 12182168 w 12182168"/>
              <a:gd name="connsiteY8" fmla="*/ 19665 h 776817"/>
              <a:gd name="connsiteX0" fmla="*/ 0 w 12182168"/>
              <a:gd name="connsiteY0" fmla="*/ 0 h 776817"/>
              <a:gd name="connsiteX1" fmla="*/ 1516918 w 12182168"/>
              <a:gd name="connsiteY1" fmla="*/ 757084 h 776817"/>
              <a:gd name="connsiteX2" fmla="*/ 3078311 w 12182168"/>
              <a:gd name="connsiteY2" fmla="*/ 308 h 776817"/>
              <a:gd name="connsiteX3" fmla="*/ 5289755 w 12182168"/>
              <a:gd name="connsiteY3" fmla="*/ 776748 h 776817"/>
              <a:gd name="connsiteX4" fmla="*/ 7452852 w 12182168"/>
              <a:gd name="connsiteY4" fmla="*/ 49161 h 776817"/>
              <a:gd name="connsiteX5" fmla="*/ 8837364 w 12182168"/>
              <a:gd name="connsiteY5" fmla="*/ 616512 h 776817"/>
              <a:gd name="connsiteX6" fmla="*/ 10378124 w 12182168"/>
              <a:gd name="connsiteY6" fmla="*/ 44704 h 776817"/>
              <a:gd name="connsiteX7" fmla="*/ 11614768 w 12182168"/>
              <a:gd name="connsiteY7" fmla="*/ 724207 h 776817"/>
              <a:gd name="connsiteX8" fmla="*/ 12182168 w 12182168"/>
              <a:gd name="connsiteY8" fmla="*/ 19665 h 776817"/>
              <a:gd name="connsiteX0" fmla="*/ 0 w 12182168"/>
              <a:gd name="connsiteY0" fmla="*/ 0 h 767293"/>
              <a:gd name="connsiteX1" fmla="*/ 1516918 w 12182168"/>
              <a:gd name="connsiteY1" fmla="*/ 757084 h 767293"/>
              <a:gd name="connsiteX2" fmla="*/ 3078311 w 12182168"/>
              <a:gd name="connsiteY2" fmla="*/ 308 h 767293"/>
              <a:gd name="connsiteX3" fmla="*/ 4557513 w 12182168"/>
              <a:gd name="connsiteY3" fmla="*/ 767223 h 767293"/>
              <a:gd name="connsiteX4" fmla="*/ 7452852 w 12182168"/>
              <a:gd name="connsiteY4" fmla="*/ 49161 h 767293"/>
              <a:gd name="connsiteX5" fmla="*/ 8837364 w 12182168"/>
              <a:gd name="connsiteY5" fmla="*/ 616512 h 767293"/>
              <a:gd name="connsiteX6" fmla="*/ 10378124 w 12182168"/>
              <a:gd name="connsiteY6" fmla="*/ 44704 h 767293"/>
              <a:gd name="connsiteX7" fmla="*/ 11614768 w 12182168"/>
              <a:gd name="connsiteY7" fmla="*/ 724207 h 767293"/>
              <a:gd name="connsiteX8" fmla="*/ 12182168 w 12182168"/>
              <a:gd name="connsiteY8" fmla="*/ 19665 h 76729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8837364 w 12182168"/>
              <a:gd name="connsiteY5" fmla="*/ 616512 h 767223"/>
              <a:gd name="connsiteX6" fmla="*/ 10378124 w 12182168"/>
              <a:gd name="connsiteY6" fmla="*/ 44704 h 767223"/>
              <a:gd name="connsiteX7" fmla="*/ 11614768 w 12182168"/>
              <a:gd name="connsiteY7" fmla="*/ 724207 h 767223"/>
              <a:gd name="connsiteX8" fmla="*/ 12182168 w 12182168"/>
              <a:gd name="connsiteY8" fmla="*/ 19665 h 76722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7650560 w 12182168"/>
              <a:gd name="connsiteY5" fmla="*/ 753672 h 767223"/>
              <a:gd name="connsiteX6" fmla="*/ 10378124 w 12182168"/>
              <a:gd name="connsiteY6" fmla="*/ 44704 h 767223"/>
              <a:gd name="connsiteX7" fmla="*/ 11614768 w 12182168"/>
              <a:gd name="connsiteY7" fmla="*/ 724207 h 767223"/>
              <a:gd name="connsiteX8" fmla="*/ 12182168 w 12182168"/>
              <a:gd name="connsiteY8" fmla="*/ 19665 h 76722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7650560 w 12182168"/>
              <a:gd name="connsiteY5" fmla="*/ 753672 h 767223"/>
              <a:gd name="connsiteX6" fmla="*/ 9145674 w 12182168"/>
              <a:gd name="connsiteY6" fmla="*/ 21844 h 767223"/>
              <a:gd name="connsiteX7" fmla="*/ 11614768 w 12182168"/>
              <a:gd name="connsiteY7" fmla="*/ 724207 h 767223"/>
              <a:gd name="connsiteX8" fmla="*/ 12182168 w 12182168"/>
              <a:gd name="connsiteY8" fmla="*/ 19665 h 767223"/>
              <a:gd name="connsiteX0" fmla="*/ 0 w 12182168"/>
              <a:gd name="connsiteY0" fmla="*/ 0 h 767223"/>
              <a:gd name="connsiteX1" fmla="*/ 1516918 w 12182168"/>
              <a:gd name="connsiteY1" fmla="*/ 757084 h 767223"/>
              <a:gd name="connsiteX2" fmla="*/ 3078311 w 12182168"/>
              <a:gd name="connsiteY2" fmla="*/ 308 h 767223"/>
              <a:gd name="connsiteX3" fmla="*/ 4557513 w 12182168"/>
              <a:gd name="connsiteY3" fmla="*/ 767223 h 767223"/>
              <a:gd name="connsiteX4" fmla="*/ 6083464 w 12182168"/>
              <a:gd name="connsiteY4" fmla="*/ 1536 h 767223"/>
              <a:gd name="connsiteX5" fmla="*/ 7650560 w 12182168"/>
              <a:gd name="connsiteY5" fmla="*/ 753672 h 767223"/>
              <a:gd name="connsiteX6" fmla="*/ 9145674 w 12182168"/>
              <a:gd name="connsiteY6" fmla="*/ 21844 h 767223"/>
              <a:gd name="connsiteX7" fmla="*/ 10679019 w 12182168"/>
              <a:gd name="connsiteY7" fmla="*/ 747067 h 767223"/>
              <a:gd name="connsiteX8" fmla="*/ 12182168 w 12182168"/>
              <a:gd name="connsiteY8" fmla="*/ 19665 h 767223"/>
              <a:gd name="connsiteX0" fmla="*/ 0 w 12048819"/>
              <a:gd name="connsiteY0" fmla="*/ 0 h 767223"/>
              <a:gd name="connsiteX1" fmla="*/ 1383569 w 12048819"/>
              <a:gd name="connsiteY1" fmla="*/ 757084 h 767223"/>
              <a:gd name="connsiteX2" fmla="*/ 2944962 w 12048819"/>
              <a:gd name="connsiteY2" fmla="*/ 308 h 767223"/>
              <a:gd name="connsiteX3" fmla="*/ 4424164 w 12048819"/>
              <a:gd name="connsiteY3" fmla="*/ 767223 h 767223"/>
              <a:gd name="connsiteX4" fmla="*/ 5950115 w 12048819"/>
              <a:gd name="connsiteY4" fmla="*/ 1536 h 767223"/>
              <a:gd name="connsiteX5" fmla="*/ 7517211 w 12048819"/>
              <a:gd name="connsiteY5" fmla="*/ 753672 h 767223"/>
              <a:gd name="connsiteX6" fmla="*/ 9012325 w 12048819"/>
              <a:gd name="connsiteY6" fmla="*/ 21844 h 767223"/>
              <a:gd name="connsiteX7" fmla="*/ 10545670 w 12048819"/>
              <a:gd name="connsiteY7" fmla="*/ 747067 h 767223"/>
              <a:gd name="connsiteX8" fmla="*/ 12048819 w 12048819"/>
              <a:gd name="connsiteY8" fmla="*/ 19665 h 767223"/>
              <a:gd name="connsiteX0" fmla="*/ 0 w 12223197"/>
              <a:gd name="connsiteY0" fmla="*/ 0 h 767223"/>
              <a:gd name="connsiteX1" fmla="*/ 1557947 w 12223197"/>
              <a:gd name="connsiteY1" fmla="*/ 757084 h 767223"/>
              <a:gd name="connsiteX2" fmla="*/ 3119340 w 12223197"/>
              <a:gd name="connsiteY2" fmla="*/ 308 h 767223"/>
              <a:gd name="connsiteX3" fmla="*/ 4598542 w 12223197"/>
              <a:gd name="connsiteY3" fmla="*/ 767223 h 767223"/>
              <a:gd name="connsiteX4" fmla="*/ 6124493 w 12223197"/>
              <a:gd name="connsiteY4" fmla="*/ 1536 h 767223"/>
              <a:gd name="connsiteX5" fmla="*/ 7691589 w 12223197"/>
              <a:gd name="connsiteY5" fmla="*/ 753672 h 767223"/>
              <a:gd name="connsiteX6" fmla="*/ 9186703 w 12223197"/>
              <a:gd name="connsiteY6" fmla="*/ 21844 h 767223"/>
              <a:gd name="connsiteX7" fmla="*/ 10720048 w 12223197"/>
              <a:gd name="connsiteY7" fmla="*/ 747067 h 767223"/>
              <a:gd name="connsiteX8" fmla="*/ 12223197 w 12223197"/>
              <a:gd name="connsiteY8" fmla="*/ 19665 h 767223"/>
              <a:gd name="connsiteX0" fmla="*/ 0 w 12582213"/>
              <a:gd name="connsiteY0" fmla="*/ 40792 h 766918"/>
              <a:gd name="connsiteX1" fmla="*/ 1916963 w 12582213"/>
              <a:gd name="connsiteY1" fmla="*/ 756779 h 766918"/>
              <a:gd name="connsiteX2" fmla="*/ 3478356 w 12582213"/>
              <a:gd name="connsiteY2" fmla="*/ 3 h 766918"/>
              <a:gd name="connsiteX3" fmla="*/ 4957558 w 12582213"/>
              <a:gd name="connsiteY3" fmla="*/ 766918 h 766918"/>
              <a:gd name="connsiteX4" fmla="*/ 6483509 w 12582213"/>
              <a:gd name="connsiteY4" fmla="*/ 1231 h 766918"/>
              <a:gd name="connsiteX5" fmla="*/ 8050605 w 12582213"/>
              <a:gd name="connsiteY5" fmla="*/ 753367 h 766918"/>
              <a:gd name="connsiteX6" fmla="*/ 9545719 w 12582213"/>
              <a:gd name="connsiteY6" fmla="*/ 21539 h 766918"/>
              <a:gd name="connsiteX7" fmla="*/ 11079064 w 12582213"/>
              <a:gd name="connsiteY7" fmla="*/ 746762 h 766918"/>
              <a:gd name="connsiteX8" fmla="*/ 12582213 w 12582213"/>
              <a:gd name="connsiteY8" fmla="*/ 19360 h 766918"/>
              <a:gd name="connsiteX0" fmla="*/ 0 w 12571956"/>
              <a:gd name="connsiteY0" fmla="*/ 0 h 798045"/>
              <a:gd name="connsiteX1" fmla="*/ 1906706 w 12571956"/>
              <a:gd name="connsiteY1" fmla="*/ 787906 h 798045"/>
              <a:gd name="connsiteX2" fmla="*/ 3468099 w 12571956"/>
              <a:gd name="connsiteY2" fmla="*/ 31130 h 798045"/>
              <a:gd name="connsiteX3" fmla="*/ 4947301 w 12571956"/>
              <a:gd name="connsiteY3" fmla="*/ 798045 h 798045"/>
              <a:gd name="connsiteX4" fmla="*/ 6473252 w 12571956"/>
              <a:gd name="connsiteY4" fmla="*/ 32358 h 798045"/>
              <a:gd name="connsiteX5" fmla="*/ 8040348 w 12571956"/>
              <a:gd name="connsiteY5" fmla="*/ 784494 h 798045"/>
              <a:gd name="connsiteX6" fmla="*/ 9535462 w 12571956"/>
              <a:gd name="connsiteY6" fmla="*/ 52666 h 798045"/>
              <a:gd name="connsiteX7" fmla="*/ 11068807 w 12571956"/>
              <a:gd name="connsiteY7" fmla="*/ 777889 h 798045"/>
              <a:gd name="connsiteX8" fmla="*/ 12571956 w 12571956"/>
              <a:gd name="connsiteY8" fmla="*/ 50487 h 798045"/>
              <a:gd name="connsiteX0" fmla="*/ 0 w 12571956"/>
              <a:gd name="connsiteY0" fmla="*/ 20243 h 766918"/>
              <a:gd name="connsiteX1" fmla="*/ 1906706 w 12571956"/>
              <a:gd name="connsiteY1" fmla="*/ 756779 h 766918"/>
              <a:gd name="connsiteX2" fmla="*/ 3468099 w 12571956"/>
              <a:gd name="connsiteY2" fmla="*/ 3 h 766918"/>
              <a:gd name="connsiteX3" fmla="*/ 4947301 w 12571956"/>
              <a:gd name="connsiteY3" fmla="*/ 766918 h 766918"/>
              <a:gd name="connsiteX4" fmla="*/ 6473252 w 12571956"/>
              <a:gd name="connsiteY4" fmla="*/ 1231 h 766918"/>
              <a:gd name="connsiteX5" fmla="*/ 8040348 w 12571956"/>
              <a:gd name="connsiteY5" fmla="*/ 753367 h 766918"/>
              <a:gd name="connsiteX6" fmla="*/ 9535462 w 12571956"/>
              <a:gd name="connsiteY6" fmla="*/ 21539 h 766918"/>
              <a:gd name="connsiteX7" fmla="*/ 11068807 w 12571956"/>
              <a:gd name="connsiteY7" fmla="*/ 746762 h 766918"/>
              <a:gd name="connsiteX8" fmla="*/ 12571956 w 12571956"/>
              <a:gd name="connsiteY8" fmla="*/ 19360 h 766918"/>
              <a:gd name="connsiteX0" fmla="*/ 0 w 12571956"/>
              <a:gd name="connsiteY0" fmla="*/ 0 h 777497"/>
              <a:gd name="connsiteX1" fmla="*/ 1906706 w 12571956"/>
              <a:gd name="connsiteY1" fmla="*/ 767358 h 777497"/>
              <a:gd name="connsiteX2" fmla="*/ 3468099 w 12571956"/>
              <a:gd name="connsiteY2" fmla="*/ 10582 h 777497"/>
              <a:gd name="connsiteX3" fmla="*/ 4947301 w 12571956"/>
              <a:gd name="connsiteY3" fmla="*/ 777497 h 777497"/>
              <a:gd name="connsiteX4" fmla="*/ 6473252 w 12571956"/>
              <a:gd name="connsiteY4" fmla="*/ 11810 h 777497"/>
              <a:gd name="connsiteX5" fmla="*/ 8040348 w 12571956"/>
              <a:gd name="connsiteY5" fmla="*/ 763946 h 777497"/>
              <a:gd name="connsiteX6" fmla="*/ 9535462 w 12571956"/>
              <a:gd name="connsiteY6" fmla="*/ 32118 h 777497"/>
              <a:gd name="connsiteX7" fmla="*/ 11068807 w 12571956"/>
              <a:gd name="connsiteY7" fmla="*/ 757341 h 777497"/>
              <a:gd name="connsiteX8" fmla="*/ 12571956 w 12571956"/>
              <a:gd name="connsiteY8" fmla="*/ 29939 h 777497"/>
              <a:gd name="connsiteX0" fmla="*/ 0 w 12212940"/>
              <a:gd name="connsiteY0" fmla="*/ 30517 h 766918"/>
              <a:gd name="connsiteX1" fmla="*/ 1547690 w 12212940"/>
              <a:gd name="connsiteY1" fmla="*/ 756779 h 766918"/>
              <a:gd name="connsiteX2" fmla="*/ 3109083 w 12212940"/>
              <a:gd name="connsiteY2" fmla="*/ 3 h 766918"/>
              <a:gd name="connsiteX3" fmla="*/ 4588285 w 12212940"/>
              <a:gd name="connsiteY3" fmla="*/ 766918 h 766918"/>
              <a:gd name="connsiteX4" fmla="*/ 6114236 w 12212940"/>
              <a:gd name="connsiteY4" fmla="*/ 1231 h 766918"/>
              <a:gd name="connsiteX5" fmla="*/ 7681332 w 12212940"/>
              <a:gd name="connsiteY5" fmla="*/ 753367 h 766918"/>
              <a:gd name="connsiteX6" fmla="*/ 9176446 w 12212940"/>
              <a:gd name="connsiteY6" fmla="*/ 21539 h 766918"/>
              <a:gd name="connsiteX7" fmla="*/ 10709791 w 12212940"/>
              <a:gd name="connsiteY7" fmla="*/ 746762 h 766918"/>
              <a:gd name="connsiteX8" fmla="*/ 12212940 w 12212940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57796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27023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27023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1412 w 12163065"/>
              <a:gd name="connsiteY0" fmla="*/ 9969 h 766918"/>
              <a:gd name="connsiteX1" fmla="*/ 1497815 w 12163065"/>
              <a:gd name="connsiteY1" fmla="*/ 756779 h 766918"/>
              <a:gd name="connsiteX2" fmla="*/ 3028435 w 12163065"/>
              <a:gd name="connsiteY2" fmla="*/ 3 h 766918"/>
              <a:gd name="connsiteX3" fmla="*/ 4538410 w 12163065"/>
              <a:gd name="connsiteY3" fmla="*/ 766918 h 766918"/>
              <a:gd name="connsiteX4" fmla="*/ 6064361 w 12163065"/>
              <a:gd name="connsiteY4" fmla="*/ 1231 h 766918"/>
              <a:gd name="connsiteX5" fmla="*/ 7631457 w 12163065"/>
              <a:gd name="connsiteY5" fmla="*/ 753367 h 766918"/>
              <a:gd name="connsiteX6" fmla="*/ 9126571 w 12163065"/>
              <a:gd name="connsiteY6" fmla="*/ 21539 h 766918"/>
              <a:gd name="connsiteX7" fmla="*/ 10659916 w 12163065"/>
              <a:gd name="connsiteY7" fmla="*/ 746762 h 766918"/>
              <a:gd name="connsiteX8" fmla="*/ 12163065 w 12163065"/>
              <a:gd name="connsiteY8" fmla="*/ 19360 h 766918"/>
              <a:gd name="connsiteX0" fmla="*/ 0 w 12161653"/>
              <a:gd name="connsiteY0" fmla="*/ 9969 h 766918"/>
              <a:gd name="connsiteX1" fmla="*/ 1496403 w 12161653"/>
              <a:gd name="connsiteY1" fmla="*/ 756779 h 766918"/>
              <a:gd name="connsiteX2" fmla="*/ 3027023 w 12161653"/>
              <a:gd name="connsiteY2" fmla="*/ 3 h 766918"/>
              <a:gd name="connsiteX3" fmla="*/ 4536998 w 12161653"/>
              <a:gd name="connsiteY3" fmla="*/ 766918 h 766918"/>
              <a:gd name="connsiteX4" fmla="*/ 6062949 w 12161653"/>
              <a:gd name="connsiteY4" fmla="*/ 1231 h 766918"/>
              <a:gd name="connsiteX5" fmla="*/ 7630045 w 12161653"/>
              <a:gd name="connsiteY5" fmla="*/ 753367 h 766918"/>
              <a:gd name="connsiteX6" fmla="*/ 9125159 w 12161653"/>
              <a:gd name="connsiteY6" fmla="*/ 21539 h 766918"/>
              <a:gd name="connsiteX7" fmla="*/ 10658504 w 12161653"/>
              <a:gd name="connsiteY7" fmla="*/ 746762 h 766918"/>
              <a:gd name="connsiteX8" fmla="*/ 12161653 w 12161653"/>
              <a:gd name="connsiteY8" fmla="*/ 19360 h 766918"/>
              <a:gd name="connsiteX0" fmla="*/ 0 w 12161653"/>
              <a:gd name="connsiteY0" fmla="*/ 16526 h 773475"/>
              <a:gd name="connsiteX1" fmla="*/ 1496403 w 12161653"/>
              <a:gd name="connsiteY1" fmla="*/ 383192 h 773475"/>
              <a:gd name="connsiteX2" fmla="*/ 3027023 w 12161653"/>
              <a:gd name="connsiteY2" fmla="*/ 6560 h 773475"/>
              <a:gd name="connsiteX3" fmla="*/ 4536998 w 12161653"/>
              <a:gd name="connsiteY3" fmla="*/ 773475 h 773475"/>
              <a:gd name="connsiteX4" fmla="*/ 6062949 w 12161653"/>
              <a:gd name="connsiteY4" fmla="*/ 7788 h 773475"/>
              <a:gd name="connsiteX5" fmla="*/ 7630045 w 12161653"/>
              <a:gd name="connsiteY5" fmla="*/ 759924 h 773475"/>
              <a:gd name="connsiteX6" fmla="*/ 9125159 w 12161653"/>
              <a:gd name="connsiteY6" fmla="*/ 28096 h 773475"/>
              <a:gd name="connsiteX7" fmla="*/ 10658504 w 12161653"/>
              <a:gd name="connsiteY7" fmla="*/ 753319 h 773475"/>
              <a:gd name="connsiteX8" fmla="*/ 12161653 w 12161653"/>
              <a:gd name="connsiteY8" fmla="*/ 25917 h 773475"/>
              <a:gd name="connsiteX0" fmla="*/ 0 w 12161653"/>
              <a:gd name="connsiteY0" fmla="*/ 16526 h 773475"/>
              <a:gd name="connsiteX1" fmla="*/ 1496403 w 12161653"/>
              <a:gd name="connsiteY1" fmla="*/ 383192 h 773475"/>
              <a:gd name="connsiteX2" fmla="*/ 3027023 w 12161653"/>
              <a:gd name="connsiteY2" fmla="*/ 6560 h 773475"/>
              <a:gd name="connsiteX3" fmla="*/ 4536998 w 12161653"/>
              <a:gd name="connsiteY3" fmla="*/ 773475 h 773475"/>
              <a:gd name="connsiteX4" fmla="*/ 6062949 w 12161653"/>
              <a:gd name="connsiteY4" fmla="*/ 7788 h 773475"/>
              <a:gd name="connsiteX5" fmla="*/ 7630045 w 12161653"/>
              <a:gd name="connsiteY5" fmla="*/ 759924 h 773475"/>
              <a:gd name="connsiteX6" fmla="*/ 9125159 w 12161653"/>
              <a:gd name="connsiteY6" fmla="*/ 28096 h 773475"/>
              <a:gd name="connsiteX7" fmla="*/ 10658504 w 12161653"/>
              <a:gd name="connsiteY7" fmla="*/ 753319 h 773475"/>
              <a:gd name="connsiteX8" fmla="*/ 12161653 w 12161653"/>
              <a:gd name="connsiteY8" fmla="*/ 25917 h 773475"/>
              <a:gd name="connsiteX0" fmla="*/ 0 w 12161653"/>
              <a:gd name="connsiteY0" fmla="*/ 13702 h 757111"/>
              <a:gd name="connsiteX1" fmla="*/ 1496403 w 12161653"/>
              <a:gd name="connsiteY1" fmla="*/ 380368 h 757111"/>
              <a:gd name="connsiteX2" fmla="*/ 3027023 w 12161653"/>
              <a:gd name="connsiteY2" fmla="*/ 3736 h 757111"/>
              <a:gd name="connsiteX3" fmla="*/ 4536998 w 12161653"/>
              <a:gd name="connsiteY3" fmla="*/ 411056 h 757111"/>
              <a:gd name="connsiteX4" fmla="*/ 6062949 w 12161653"/>
              <a:gd name="connsiteY4" fmla="*/ 4964 h 757111"/>
              <a:gd name="connsiteX5" fmla="*/ 7630045 w 12161653"/>
              <a:gd name="connsiteY5" fmla="*/ 757100 h 757111"/>
              <a:gd name="connsiteX6" fmla="*/ 9125159 w 12161653"/>
              <a:gd name="connsiteY6" fmla="*/ 25272 h 757111"/>
              <a:gd name="connsiteX7" fmla="*/ 10658504 w 12161653"/>
              <a:gd name="connsiteY7" fmla="*/ 750495 h 757111"/>
              <a:gd name="connsiteX8" fmla="*/ 12161653 w 12161653"/>
              <a:gd name="connsiteY8" fmla="*/ 23093 h 757111"/>
              <a:gd name="connsiteX0" fmla="*/ 0 w 12161653"/>
              <a:gd name="connsiteY0" fmla="*/ 10018 h 746811"/>
              <a:gd name="connsiteX1" fmla="*/ 1496403 w 12161653"/>
              <a:gd name="connsiteY1" fmla="*/ 376684 h 746811"/>
              <a:gd name="connsiteX2" fmla="*/ 3027023 w 12161653"/>
              <a:gd name="connsiteY2" fmla="*/ 52 h 746811"/>
              <a:gd name="connsiteX3" fmla="*/ 4536998 w 12161653"/>
              <a:gd name="connsiteY3" fmla="*/ 407372 h 746811"/>
              <a:gd name="connsiteX4" fmla="*/ 6062949 w 12161653"/>
              <a:gd name="connsiteY4" fmla="*/ 1280 h 746811"/>
              <a:gd name="connsiteX5" fmla="*/ 7609531 w 12161653"/>
              <a:gd name="connsiteY5" fmla="*/ 414369 h 746811"/>
              <a:gd name="connsiteX6" fmla="*/ 9125159 w 12161653"/>
              <a:gd name="connsiteY6" fmla="*/ 21588 h 746811"/>
              <a:gd name="connsiteX7" fmla="*/ 10658504 w 12161653"/>
              <a:gd name="connsiteY7" fmla="*/ 746811 h 746811"/>
              <a:gd name="connsiteX8" fmla="*/ 12161653 w 12161653"/>
              <a:gd name="connsiteY8" fmla="*/ 19409 h 746811"/>
              <a:gd name="connsiteX0" fmla="*/ 0 w 12161653"/>
              <a:gd name="connsiteY0" fmla="*/ 10018 h 414390"/>
              <a:gd name="connsiteX1" fmla="*/ 1496403 w 12161653"/>
              <a:gd name="connsiteY1" fmla="*/ 376684 h 414390"/>
              <a:gd name="connsiteX2" fmla="*/ 3027023 w 12161653"/>
              <a:gd name="connsiteY2" fmla="*/ 52 h 414390"/>
              <a:gd name="connsiteX3" fmla="*/ 4536998 w 12161653"/>
              <a:gd name="connsiteY3" fmla="*/ 407372 h 414390"/>
              <a:gd name="connsiteX4" fmla="*/ 6062949 w 12161653"/>
              <a:gd name="connsiteY4" fmla="*/ 1280 h 414390"/>
              <a:gd name="connsiteX5" fmla="*/ 7609531 w 12161653"/>
              <a:gd name="connsiteY5" fmla="*/ 414369 h 414390"/>
              <a:gd name="connsiteX6" fmla="*/ 9125159 w 12161653"/>
              <a:gd name="connsiteY6" fmla="*/ 21588 h 414390"/>
              <a:gd name="connsiteX7" fmla="*/ 10637989 w 12161653"/>
              <a:gd name="connsiteY7" fmla="*/ 407763 h 414390"/>
              <a:gd name="connsiteX8" fmla="*/ 12161653 w 12161653"/>
              <a:gd name="connsiteY8" fmla="*/ 19409 h 414390"/>
              <a:gd name="connsiteX0" fmla="*/ 0 w 12161653"/>
              <a:gd name="connsiteY0" fmla="*/ 10018 h 479682"/>
              <a:gd name="connsiteX1" fmla="*/ 1496403 w 12161653"/>
              <a:gd name="connsiteY1" fmla="*/ 376684 h 479682"/>
              <a:gd name="connsiteX2" fmla="*/ 3027023 w 12161653"/>
              <a:gd name="connsiteY2" fmla="*/ 52 h 479682"/>
              <a:gd name="connsiteX3" fmla="*/ 4536998 w 12161653"/>
              <a:gd name="connsiteY3" fmla="*/ 407372 h 479682"/>
              <a:gd name="connsiteX4" fmla="*/ 6062949 w 12161653"/>
              <a:gd name="connsiteY4" fmla="*/ 1280 h 479682"/>
              <a:gd name="connsiteX5" fmla="*/ 7609531 w 12161653"/>
              <a:gd name="connsiteY5" fmla="*/ 414369 h 479682"/>
              <a:gd name="connsiteX6" fmla="*/ 9125159 w 12161653"/>
              <a:gd name="connsiteY6" fmla="*/ 21588 h 479682"/>
              <a:gd name="connsiteX7" fmla="*/ 10637989 w 12161653"/>
              <a:gd name="connsiteY7" fmla="*/ 479682 h 479682"/>
              <a:gd name="connsiteX8" fmla="*/ 12161653 w 12161653"/>
              <a:gd name="connsiteY8" fmla="*/ 19409 h 479682"/>
              <a:gd name="connsiteX0" fmla="*/ 430 w 12162083"/>
              <a:gd name="connsiteY0" fmla="*/ 10018 h 479682"/>
              <a:gd name="connsiteX1" fmla="*/ 1496833 w 12162083"/>
              <a:gd name="connsiteY1" fmla="*/ 376684 h 479682"/>
              <a:gd name="connsiteX2" fmla="*/ 3027453 w 12162083"/>
              <a:gd name="connsiteY2" fmla="*/ 52 h 479682"/>
              <a:gd name="connsiteX3" fmla="*/ 4537428 w 12162083"/>
              <a:gd name="connsiteY3" fmla="*/ 407372 h 479682"/>
              <a:gd name="connsiteX4" fmla="*/ 6063379 w 12162083"/>
              <a:gd name="connsiteY4" fmla="*/ 1280 h 479682"/>
              <a:gd name="connsiteX5" fmla="*/ 7609961 w 12162083"/>
              <a:gd name="connsiteY5" fmla="*/ 414369 h 479682"/>
              <a:gd name="connsiteX6" fmla="*/ 9125589 w 12162083"/>
              <a:gd name="connsiteY6" fmla="*/ 21588 h 479682"/>
              <a:gd name="connsiteX7" fmla="*/ 10638419 w 12162083"/>
              <a:gd name="connsiteY7" fmla="*/ 479682 h 479682"/>
              <a:gd name="connsiteX8" fmla="*/ 12162083 w 12162083"/>
              <a:gd name="connsiteY8" fmla="*/ 19409 h 479682"/>
              <a:gd name="connsiteX0" fmla="*/ 430 w 12162083"/>
              <a:gd name="connsiteY0" fmla="*/ 10043 h 479707"/>
              <a:gd name="connsiteX1" fmla="*/ 1496833 w 12162083"/>
              <a:gd name="connsiteY1" fmla="*/ 376709 h 479707"/>
              <a:gd name="connsiteX2" fmla="*/ 3027453 w 12162083"/>
              <a:gd name="connsiteY2" fmla="*/ 77 h 479707"/>
              <a:gd name="connsiteX3" fmla="*/ 4563580 w 12162083"/>
              <a:gd name="connsiteY3" fmla="*/ 414541 h 479707"/>
              <a:gd name="connsiteX4" fmla="*/ 6063379 w 12162083"/>
              <a:gd name="connsiteY4" fmla="*/ 1305 h 479707"/>
              <a:gd name="connsiteX5" fmla="*/ 7609961 w 12162083"/>
              <a:gd name="connsiteY5" fmla="*/ 414394 h 479707"/>
              <a:gd name="connsiteX6" fmla="*/ 9125589 w 12162083"/>
              <a:gd name="connsiteY6" fmla="*/ 21613 h 479707"/>
              <a:gd name="connsiteX7" fmla="*/ 10638419 w 12162083"/>
              <a:gd name="connsiteY7" fmla="*/ 479707 h 479707"/>
              <a:gd name="connsiteX8" fmla="*/ 12162083 w 12162083"/>
              <a:gd name="connsiteY8" fmla="*/ 19434 h 479707"/>
              <a:gd name="connsiteX0" fmla="*/ 430 w 12162083"/>
              <a:gd name="connsiteY0" fmla="*/ 10053 h 479717"/>
              <a:gd name="connsiteX1" fmla="*/ 1496833 w 12162083"/>
              <a:gd name="connsiteY1" fmla="*/ 376719 h 479717"/>
              <a:gd name="connsiteX2" fmla="*/ 3027453 w 12162083"/>
              <a:gd name="connsiteY2" fmla="*/ 87 h 479717"/>
              <a:gd name="connsiteX3" fmla="*/ 4539805 w 12162083"/>
              <a:gd name="connsiteY3" fmla="*/ 416932 h 479717"/>
              <a:gd name="connsiteX4" fmla="*/ 6063379 w 12162083"/>
              <a:gd name="connsiteY4" fmla="*/ 1315 h 479717"/>
              <a:gd name="connsiteX5" fmla="*/ 7609961 w 12162083"/>
              <a:gd name="connsiteY5" fmla="*/ 414404 h 479717"/>
              <a:gd name="connsiteX6" fmla="*/ 9125589 w 12162083"/>
              <a:gd name="connsiteY6" fmla="*/ 21623 h 479717"/>
              <a:gd name="connsiteX7" fmla="*/ 10638419 w 12162083"/>
              <a:gd name="connsiteY7" fmla="*/ 479717 h 479717"/>
              <a:gd name="connsiteX8" fmla="*/ 12162083 w 12162083"/>
              <a:gd name="connsiteY8" fmla="*/ 19444 h 479717"/>
              <a:gd name="connsiteX0" fmla="*/ 430 w 12162083"/>
              <a:gd name="connsiteY0" fmla="*/ 10063 h 479727"/>
              <a:gd name="connsiteX1" fmla="*/ 1496833 w 12162083"/>
              <a:gd name="connsiteY1" fmla="*/ 376729 h 479727"/>
              <a:gd name="connsiteX2" fmla="*/ 3027453 w 12162083"/>
              <a:gd name="connsiteY2" fmla="*/ 97 h 479727"/>
              <a:gd name="connsiteX3" fmla="*/ 4549315 w 12162083"/>
              <a:gd name="connsiteY3" fmla="*/ 419323 h 479727"/>
              <a:gd name="connsiteX4" fmla="*/ 6063379 w 12162083"/>
              <a:gd name="connsiteY4" fmla="*/ 1325 h 479727"/>
              <a:gd name="connsiteX5" fmla="*/ 7609961 w 12162083"/>
              <a:gd name="connsiteY5" fmla="*/ 414414 h 479727"/>
              <a:gd name="connsiteX6" fmla="*/ 9125589 w 12162083"/>
              <a:gd name="connsiteY6" fmla="*/ 21633 h 479727"/>
              <a:gd name="connsiteX7" fmla="*/ 10638419 w 12162083"/>
              <a:gd name="connsiteY7" fmla="*/ 479727 h 479727"/>
              <a:gd name="connsiteX8" fmla="*/ 12162083 w 12162083"/>
              <a:gd name="connsiteY8" fmla="*/ 19454 h 479727"/>
              <a:gd name="connsiteX0" fmla="*/ 428 w 12162081"/>
              <a:gd name="connsiteY0" fmla="*/ 9967 h 479631"/>
              <a:gd name="connsiteX1" fmla="*/ 1503962 w 12162081"/>
              <a:gd name="connsiteY1" fmla="*/ 419496 h 479631"/>
              <a:gd name="connsiteX2" fmla="*/ 3027451 w 12162081"/>
              <a:gd name="connsiteY2" fmla="*/ 1 h 479631"/>
              <a:gd name="connsiteX3" fmla="*/ 4549313 w 12162081"/>
              <a:gd name="connsiteY3" fmla="*/ 419227 h 479631"/>
              <a:gd name="connsiteX4" fmla="*/ 6063377 w 12162081"/>
              <a:gd name="connsiteY4" fmla="*/ 1229 h 479631"/>
              <a:gd name="connsiteX5" fmla="*/ 7609959 w 12162081"/>
              <a:gd name="connsiteY5" fmla="*/ 414318 h 479631"/>
              <a:gd name="connsiteX6" fmla="*/ 9125587 w 12162081"/>
              <a:gd name="connsiteY6" fmla="*/ 21537 h 479631"/>
              <a:gd name="connsiteX7" fmla="*/ 10638417 w 12162081"/>
              <a:gd name="connsiteY7" fmla="*/ 479631 h 479631"/>
              <a:gd name="connsiteX8" fmla="*/ 12162081 w 12162081"/>
              <a:gd name="connsiteY8" fmla="*/ 19358 h 479631"/>
              <a:gd name="connsiteX0" fmla="*/ 428 w 12162081"/>
              <a:gd name="connsiteY0" fmla="*/ 9967 h 419500"/>
              <a:gd name="connsiteX1" fmla="*/ 1503962 w 12162081"/>
              <a:gd name="connsiteY1" fmla="*/ 419496 h 419500"/>
              <a:gd name="connsiteX2" fmla="*/ 3027451 w 12162081"/>
              <a:gd name="connsiteY2" fmla="*/ 1 h 419500"/>
              <a:gd name="connsiteX3" fmla="*/ 4549313 w 12162081"/>
              <a:gd name="connsiteY3" fmla="*/ 419227 h 419500"/>
              <a:gd name="connsiteX4" fmla="*/ 6063377 w 12162081"/>
              <a:gd name="connsiteY4" fmla="*/ 1229 h 419500"/>
              <a:gd name="connsiteX5" fmla="*/ 7609959 w 12162081"/>
              <a:gd name="connsiteY5" fmla="*/ 414318 h 419500"/>
              <a:gd name="connsiteX6" fmla="*/ 9125587 w 12162081"/>
              <a:gd name="connsiteY6" fmla="*/ 21537 h 419500"/>
              <a:gd name="connsiteX7" fmla="*/ 10626531 w 12162081"/>
              <a:gd name="connsiteY7" fmla="*/ 417718 h 419500"/>
              <a:gd name="connsiteX8" fmla="*/ 12162081 w 12162081"/>
              <a:gd name="connsiteY8" fmla="*/ 19358 h 41950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609959 w 12162081"/>
              <a:gd name="connsiteY5" fmla="*/ 414318 h 422480"/>
              <a:gd name="connsiteX6" fmla="*/ 9125587 w 12162081"/>
              <a:gd name="connsiteY6" fmla="*/ 21537 h 422480"/>
              <a:gd name="connsiteX7" fmla="*/ 10650304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609959 w 12162081"/>
              <a:gd name="connsiteY5" fmla="*/ 414318 h 422480"/>
              <a:gd name="connsiteX6" fmla="*/ 9125587 w 12162081"/>
              <a:gd name="connsiteY6" fmla="*/ 21537 h 422480"/>
              <a:gd name="connsiteX7" fmla="*/ 10640795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598073 w 12162081"/>
              <a:gd name="connsiteY5" fmla="*/ 414318 h 422480"/>
              <a:gd name="connsiteX6" fmla="*/ 9125587 w 12162081"/>
              <a:gd name="connsiteY6" fmla="*/ 21537 h 422480"/>
              <a:gd name="connsiteX7" fmla="*/ 10640795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9967 h 422480"/>
              <a:gd name="connsiteX1" fmla="*/ 1503962 w 12162081"/>
              <a:gd name="connsiteY1" fmla="*/ 419496 h 422480"/>
              <a:gd name="connsiteX2" fmla="*/ 3027451 w 12162081"/>
              <a:gd name="connsiteY2" fmla="*/ 1 h 422480"/>
              <a:gd name="connsiteX3" fmla="*/ 4549313 w 12162081"/>
              <a:gd name="connsiteY3" fmla="*/ 419227 h 422480"/>
              <a:gd name="connsiteX4" fmla="*/ 6063377 w 12162081"/>
              <a:gd name="connsiteY4" fmla="*/ 1229 h 422480"/>
              <a:gd name="connsiteX5" fmla="*/ 7595696 w 12162081"/>
              <a:gd name="connsiteY5" fmla="*/ 421461 h 422480"/>
              <a:gd name="connsiteX6" fmla="*/ 9125587 w 12162081"/>
              <a:gd name="connsiteY6" fmla="*/ 21537 h 422480"/>
              <a:gd name="connsiteX7" fmla="*/ 10640795 w 12162081"/>
              <a:gd name="connsiteY7" fmla="*/ 422480 h 422480"/>
              <a:gd name="connsiteX8" fmla="*/ 12162081 w 12162081"/>
              <a:gd name="connsiteY8" fmla="*/ 19358 h 422480"/>
              <a:gd name="connsiteX0" fmla="*/ 428 w 12162081"/>
              <a:gd name="connsiteY0" fmla="*/ 15088 h 427601"/>
              <a:gd name="connsiteX1" fmla="*/ 1503962 w 12162081"/>
              <a:gd name="connsiteY1" fmla="*/ 424617 h 427601"/>
              <a:gd name="connsiteX2" fmla="*/ 3027451 w 12162081"/>
              <a:gd name="connsiteY2" fmla="*/ 5122 h 427601"/>
              <a:gd name="connsiteX3" fmla="*/ 4549313 w 12162081"/>
              <a:gd name="connsiteY3" fmla="*/ 424348 h 427601"/>
              <a:gd name="connsiteX4" fmla="*/ 6072887 w 12162081"/>
              <a:gd name="connsiteY4" fmla="*/ 0 h 427601"/>
              <a:gd name="connsiteX5" fmla="*/ 7595696 w 12162081"/>
              <a:gd name="connsiteY5" fmla="*/ 426582 h 427601"/>
              <a:gd name="connsiteX6" fmla="*/ 9125587 w 12162081"/>
              <a:gd name="connsiteY6" fmla="*/ 26658 h 427601"/>
              <a:gd name="connsiteX7" fmla="*/ 10640795 w 12162081"/>
              <a:gd name="connsiteY7" fmla="*/ 427601 h 427601"/>
              <a:gd name="connsiteX8" fmla="*/ 12162081 w 12162081"/>
              <a:gd name="connsiteY8" fmla="*/ 24479 h 427601"/>
              <a:gd name="connsiteX0" fmla="*/ 428 w 12162081"/>
              <a:gd name="connsiteY0" fmla="*/ 15088 h 427606"/>
              <a:gd name="connsiteX1" fmla="*/ 1503962 w 12162081"/>
              <a:gd name="connsiteY1" fmla="*/ 424617 h 427606"/>
              <a:gd name="connsiteX2" fmla="*/ 3027451 w 12162081"/>
              <a:gd name="connsiteY2" fmla="*/ 5122 h 427606"/>
              <a:gd name="connsiteX3" fmla="*/ 4549313 w 12162081"/>
              <a:gd name="connsiteY3" fmla="*/ 424348 h 427606"/>
              <a:gd name="connsiteX4" fmla="*/ 6072887 w 12162081"/>
              <a:gd name="connsiteY4" fmla="*/ 0 h 427606"/>
              <a:gd name="connsiteX5" fmla="*/ 7595696 w 12162081"/>
              <a:gd name="connsiteY5" fmla="*/ 426582 h 427606"/>
              <a:gd name="connsiteX6" fmla="*/ 9122417 w 12162081"/>
              <a:gd name="connsiteY6" fmla="*/ 13958 h 427606"/>
              <a:gd name="connsiteX7" fmla="*/ 10640795 w 12162081"/>
              <a:gd name="connsiteY7" fmla="*/ 427601 h 427606"/>
              <a:gd name="connsiteX8" fmla="*/ 12162081 w 12162081"/>
              <a:gd name="connsiteY8" fmla="*/ 24479 h 427606"/>
              <a:gd name="connsiteX0" fmla="*/ 428 w 12168421"/>
              <a:gd name="connsiteY0" fmla="*/ 15299 h 427818"/>
              <a:gd name="connsiteX1" fmla="*/ 1503962 w 12168421"/>
              <a:gd name="connsiteY1" fmla="*/ 424828 h 427818"/>
              <a:gd name="connsiteX2" fmla="*/ 3027451 w 12168421"/>
              <a:gd name="connsiteY2" fmla="*/ 5333 h 427818"/>
              <a:gd name="connsiteX3" fmla="*/ 4549313 w 12168421"/>
              <a:gd name="connsiteY3" fmla="*/ 424559 h 427818"/>
              <a:gd name="connsiteX4" fmla="*/ 6072887 w 12168421"/>
              <a:gd name="connsiteY4" fmla="*/ 211 h 427818"/>
              <a:gd name="connsiteX5" fmla="*/ 7595696 w 12168421"/>
              <a:gd name="connsiteY5" fmla="*/ 426793 h 427818"/>
              <a:gd name="connsiteX6" fmla="*/ 9122417 w 12168421"/>
              <a:gd name="connsiteY6" fmla="*/ 14169 h 427818"/>
              <a:gd name="connsiteX7" fmla="*/ 10640795 w 12168421"/>
              <a:gd name="connsiteY7" fmla="*/ 427812 h 427818"/>
              <a:gd name="connsiteX8" fmla="*/ 12168421 w 12168421"/>
              <a:gd name="connsiteY8" fmla="*/ 2465 h 427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68421" h="427818">
                <a:moveTo>
                  <a:pt x="428" y="15299"/>
                </a:moveTo>
                <a:cubicBezTo>
                  <a:pt x="-23949" y="3229"/>
                  <a:pt x="999458" y="426489"/>
                  <a:pt x="1503962" y="424828"/>
                </a:cubicBezTo>
                <a:cubicBezTo>
                  <a:pt x="2008466" y="423167"/>
                  <a:pt x="2519893" y="5378"/>
                  <a:pt x="3027451" y="5333"/>
                </a:cubicBezTo>
                <a:cubicBezTo>
                  <a:pt x="3535009" y="5288"/>
                  <a:pt x="4041740" y="425413"/>
                  <a:pt x="4549313" y="424559"/>
                </a:cubicBezTo>
                <a:cubicBezTo>
                  <a:pt x="5056886" y="423705"/>
                  <a:pt x="5565157" y="-161"/>
                  <a:pt x="6072887" y="211"/>
                </a:cubicBezTo>
                <a:cubicBezTo>
                  <a:pt x="6580618" y="583"/>
                  <a:pt x="7087441" y="424467"/>
                  <a:pt x="7595696" y="426793"/>
                </a:cubicBezTo>
                <a:cubicBezTo>
                  <a:pt x="8103951" y="429119"/>
                  <a:pt x="8614901" y="13999"/>
                  <a:pt x="9122417" y="14169"/>
                </a:cubicBezTo>
                <a:cubicBezTo>
                  <a:pt x="9629933" y="14339"/>
                  <a:pt x="10133128" y="429763"/>
                  <a:pt x="10640795" y="427812"/>
                </a:cubicBezTo>
                <a:cubicBezTo>
                  <a:pt x="11148462" y="425861"/>
                  <a:pt x="12122537" y="-37684"/>
                  <a:pt x="12168421" y="2465"/>
                </a:cubicBezTo>
              </a:path>
            </a:pathLst>
          </a:custGeom>
          <a:solidFill>
            <a:srgbClr val="F0E199"/>
          </a:solidFill>
          <a:ln>
            <a:solidFill>
              <a:srgbClr val="F0E1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970AB3-3028-0EAE-5AF4-CF9AFA5C042F}"/>
              </a:ext>
            </a:extLst>
          </p:cNvPr>
          <p:cNvCxnSpPr/>
          <p:nvPr/>
        </p:nvCxnSpPr>
        <p:spPr>
          <a:xfrm>
            <a:off x="12201525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DD03D9-83C5-A449-DEDA-A2CF03F38A2A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787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Khariton</dc:creator>
  <cp:lastModifiedBy>Allan Khariton</cp:lastModifiedBy>
  <cp:revision>7</cp:revision>
  <dcterms:created xsi:type="dcterms:W3CDTF">2025-10-09T01:13:00Z</dcterms:created>
  <dcterms:modified xsi:type="dcterms:W3CDTF">2025-10-13T03:43:14Z</dcterms:modified>
</cp:coreProperties>
</file>