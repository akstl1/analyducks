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CAA1B-26A3-703B-1B59-BE9D010237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E72929-D746-9EA2-88E2-37E170F36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A7C8F2-FE54-9DCD-501C-25BF72E35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548811-6F7C-4EEB-BD0B-2C8220FEE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F7A32-5011-B786-71EF-D1A78F3EE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808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2476-7ECD-1CF9-C36C-FF6D93583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43219-82B9-371F-48A4-BBB1D1581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71985-AA7B-DA96-7352-507962C98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95CFF4-1841-57CE-433D-092F4F8D5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9FEAB-27BD-1EAC-0BC9-EAADCDB70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434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83B51-14BB-D098-48D2-00DA75E90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026C2-6121-7929-4876-4F6B8E4A3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C4AD8-9C02-A95B-2809-385DC7ACF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E6A3FC-50F1-E407-27A3-829A136E5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316C36-3B0B-4C07-818D-29B97A382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9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9536-2707-5847-7586-A4CF88129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2736B-6429-9280-246F-1FCAD9E58C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63754-2E67-C091-0FDD-740951F45E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8CD38C-36B2-A6B6-321D-76BB996C1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71CCA4-4492-C146-5D00-2CDC2814A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55B0A1-0F5D-B715-5CDE-39935EC9A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376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AEB73-23E8-1E9F-CB49-42E07F562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D2AF1A-43C6-9C39-53D3-9206D9AC5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69D1F7-27E4-92B6-1509-A7E2ECB0AE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9EEBE6-1492-E79E-D92B-61792BB287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876A9E-464C-9436-0686-3D6CA765E9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3E5F3E-8E9E-7EAA-F9A6-47E524EDB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5CCDE5-0B4D-DB29-9117-7A8E78215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912112-DC24-91FD-C5F8-974883CD3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282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991D6-E57E-7586-6DAE-0CD64D9E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08A92D-640E-E599-A3A9-B4A742DD9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D4831E-8942-DA6F-46BA-402D27EB5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1A0AAA-7FFF-2A7E-2E77-7AABC16CC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1670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092A18-8B47-3EB4-C76E-87A154A16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9EF485-C471-2408-B6A7-A307FEFE1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F688D-647F-9D32-51BD-CA7E37BAA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564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F5778-FBF2-6FDB-4E15-45006F0D6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1AD09-A2C9-B2F0-C2E3-3BFAAC570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633116-4933-0A1E-5C4A-F17322702F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0EB7A4-2BEB-F78E-9FEF-3A232C335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23E82A-61F7-B054-00E1-5795EC45B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839299-45BE-0BE2-7600-0223029AA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2671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51614-727A-A50A-9BCD-CF7A942B2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FC8D1B-3AD6-4610-9A4A-EBC2ECB5BC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782568-D193-B9EF-E931-0476B184AE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D65C81-F66B-F58C-1632-5EB55BE5C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1D266F-1E22-960C-6983-0DF17148E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E4DD34-265C-527B-3B62-C7ABA9EA4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48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F3EBC-DCD4-1A96-4E77-DFBA7852F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564706-1FA1-C73F-BF93-BC2C9D3803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755F9-5D26-B0DD-1AAE-7552EACB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DBEF53-F5BC-5372-A17E-7AFF5CD3E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B49739-6080-E5F6-F3B2-DC6251881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564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1E07E7-8DE8-0106-3499-2300D16EB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FBDFC0-64D1-9F3E-4B08-D19D50ACA6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D3EA9B-31EB-4532-B2B4-F5D85FFE0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8A8F3-86F7-28C6-11FF-B4BCC373C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396846-2C98-AA50-A82A-30408C424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094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A5CA39-BF17-F4A5-8CFD-7E7B5D315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BC279-23E1-0746-23F1-3C4E779B3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B79945-4215-2650-4528-86C261C34D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4219A9-FE5C-4F0B-9FF8-4AC03727875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44D352-E108-3718-DE6E-BEA1E2F80C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D74ED6-7404-31CB-FA9C-5BFF07523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663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6C058F7-8E24-DE59-A566-1E2EB0AE5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06" r="-1" b="19372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2699DB6-C6D9-2561-B016-AE5D89FC69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8821" y="3427718"/>
            <a:ext cx="3643565" cy="3429000"/>
          </a:xfrm>
          <a:prstGeom prst="rect">
            <a:avLst/>
          </a:prstGeom>
        </p:spPr>
      </p:pic>
      <p:pic>
        <p:nvPicPr>
          <p:cNvPr id="8" name="Picture 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3BEC675-107A-127D-ECD2-94CE5CF3EE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7297" y="-1282"/>
            <a:ext cx="3643565" cy="3429000"/>
          </a:xfrm>
          <a:prstGeom prst="rect">
            <a:avLst/>
          </a:prstGeom>
        </p:spPr>
      </p:pic>
      <p:pic>
        <p:nvPicPr>
          <p:cNvPr id="10" name="Picture 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F2E2BD8-2A4D-C297-0741-B1A0806E2F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2208" y="3426436"/>
            <a:ext cx="3643565" cy="3429000"/>
          </a:xfrm>
          <a:prstGeom prst="rect">
            <a:avLst/>
          </a:prstGeom>
        </p:spPr>
      </p:pic>
      <p:pic>
        <p:nvPicPr>
          <p:cNvPr id="11" name="Picture 1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4A93CC6-1BDD-0325-CB28-2A46C525C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119" y="3427718"/>
            <a:ext cx="3643565" cy="3429000"/>
          </a:xfrm>
          <a:prstGeom prst="rect">
            <a:avLst/>
          </a:prstGeom>
        </p:spPr>
      </p:pic>
      <p:pic>
        <p:nvPicPr>
          <p:cNvPr id="12" name="Picture 1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8C5D2EB-7816-EB3C-00CA-C846EBE0B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9160" y="-3846"/>
            <a:ext cx="3643565" cy="3429000"/>
          </a:xfrm>
          <a:prstGeom prst="rect">
            <a:avLst/>
          </a:prstGeom>
        </p:spPr>
      </p:pic>
      <p:pic>
        <p:nvPicPr>
          <p:cNvPr id="13" name="Picture 1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450D041-FCC7-366E-BDBD-16A17C9E78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975" y="-3846"/>
            <a:ext cx="364356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50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EF012-06A0-95B5-6150-DF14982C6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EFD385A-1168-E443-57AC-E5FFB5428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06" r="-1" b="19372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9CEADCD-9451-3A66-5F21-3D261CB9A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3" y="0"/>
            <a:ext cx="728713" cy="685800"/>
          </a:xfrm>
          <a:prstGeom prst="rect">
            <a:avLst/>
          </a:prstGeom>
        </p:spPr>
      </p:pic>
      <p:pic>
        <p:nvPicPr>
          <p:cNvPr id="2" name="Picture 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B120794-6A62-8BE6-3275-F83B7672B1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2" y="685800"/>
            <a:ext cx="728713" cy="685800"/>
          </a:xfrm>
          <a:prstGeom prst="rect">
            <a:avLst/>
          </a:prstGeom>
        </p:spPr>
      </p:pic>
      <p:pic>
        <p:nvPicPr>
          <p:cNvPr id="3" name="Picture 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C510E9D-193D-9F0F-ECDC-E7BFD7C18B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2" y="1370318"/>
            <a:ext cx="728713" cy="685800"/>
          </a:xfrm>
          <a:prstGeom prst="rect">
            <a:avLst/>
          </a:prstGeom>
        </p:spPr>
      </p:pic>
      <p:pic>
        <p:nvPicPr>
          <p:cNvPr id="4" name="Picture 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16B4663-FD30-C79A-337C-FCA25D3343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2" y="2054836"/>
            <a:ext cx="728713" cy="685800"/>
          </a:xfrm>
          <a:prstGeom prst="rect">
            <a:avLst/>
          </a:prstGeom>
        </p:spPr>
      </p:pic>
      <p:pic>
        <p:nvPicPr>
          <p:cNvPr id="5" name="Picture 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DBAF7AF-9A31-9585-F669-0A74C8095A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2" y="2744482"/>
            <a:ext cx="728713" cy="685800"/>
          </a:xfrm>
          <a:prstGeom prst="rect">
            <a:avLst/>
          </a:prstGeom>
        </p:spPr>
      </p:pic>
      <p:pic>
        <p:nvPicPr>
          <p:cNvPr id="6" name="Picture 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36223BD-325D-3D0E-E892-78A5F00F46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1" y="3430282"/>
            <a:ext cx="728713" cy="685800"/>
          </a:xfrm>
          <a:prstGeom prst="rect">
            <a:avLst/>
          </a:prstGeom>
        </p:spPr>
      </p:pic>
      <p:pic>
        <p:nvPicPr>
          <p:cNvPr id="9" name="Picture 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93069EB-4EA4-E0E2-BCB8-B774A7C04A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1" y="4119928"/>
            <a:ext cx="728713" cy="685800"/>
          </a:xfrm>
          <a:prstGeom prst="rect">
            <a:avLst/>
          </a:prstGeom>
        </p:spPr>
      </p:pic>
      <p:pic>
        <p:nvPicPr>
          <p:cNvPr id="14" name="Picture 1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03D8795-E429-7A6C-07CE-D64761FA12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0" y="4805728"/>
            <a:ext cx="728713" cy="685800"/>
          </a:xfrm>
          <a:prstGeom prst="rect">
            <a:avLst/>
          </a:prstGeom>
        </p:spPr>
      </p:pic>
      <p:pic>
        <p:nvPicPr>
          <p:cNvPr id="15" name="Picture 1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0C27BCF-B6A6-D91E-14CC-CF2AD68002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0" y="5491528"/>
            <a:ext cx="728713" cy="685800"/>
          </a:xfrm>
          <a:prstGeom prst="rect">
            <a:avLst/>
          </a:prstGeom>
        </p:spPr>
      </p:pic>
      <p:pic>
        <p:nvPicPr>
          <p:cNvPr id="16" name="Picture 1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2A88B41-CB52-6443-5D15-113ED845E5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39" y="6169636"/>
            <a:ext cx="728713" cy="685800"/>
          </a:xfrm>
          <a:prstGeom prst="rect">
            <a:avLst/>
          </a:prstGeom>
        </p:spPr>
      </p:pic>
      <p:pic>
        <p:nvPicPr>
          <p:cNvPr id="17" name="Picture 1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BBB186F-9581-723C-7331-C5D722E1B3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2" y="11538"/>
            <a:ext cx="728713" cy="685800"/>
          </a:xfrm>
          <a:prstGeom prst="rect">
            <a:avLst/>
          </a:prstGeom>
        </p:spPr>
      </p:pic>
      <p:pic>
        <p:nvPicPr>
          <p:cNvPr id="18" name="Picture 1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475BD16-34C8-FCA7-CC99-D2BEE39DC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1" y="697338"/>
            <a:ext cx="728713" cy="685800"/>
          </a:xfrm>
          <a:prstGeom prst="rect">
            <a:avLst/>
          </a:prstGeom>
        </p:spPr>
      </p:pic>
      <p:pic>
        <p:nvPicPr>
          <p:cNvPr id="19" name="Picture 1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C7C3B02-206D-871A-5F91-673011E8E4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1" y="1381856"/>
            <a:ext cx="728713" cy="685800"/>
          </a:xfrm>
          <a:prstGeom prst="rect">
            <a:avLst/>
          </a:prstGeom>
        </p:spPr>
      </p:pic>
      <p:pic>
        <p:nvPicPr>
          <p:cNvPr id="20" name="Picture 1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A6DBC30B-CA84-60D9-74CD-4D1DF3B970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1" y="2066374"/>
            <a:ext cx="728713" cy="685800"/>
          </a:xfrm>
          <a:prstGeom prst="rect">
            <a:avLst/>
          </a:prstGeom>
        </p:spPr>
      </p:pic>
      <p:pic>
        <p:nvPicPr>
          <p:cNvPr id="21" name="Picture 2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90865CD-A8A2-DE4C-48EF-4E14F68EF4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1" y="2756020"/>
            <a:ext cx="728713" cy="685800"/>
          </a:xfrm>
          <a:prstGeom prst="rect">
            <a:avLst/>
          </a:prstGeom>
        </p:spPr>
      </p:pic>
      <p:pic>
        <p:nvPicPr>
          <p:cNvPr id="23" name="Picture 2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15D082C-503C-5DCC-7F34-50CF611BC4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6" y="3425795"/>
            <a:ext cx="728713" cy="685800"/>
          </a:xfrm>
          <a:prstGeom prst="rect">
            <a:avLst/>
          </a:prstGeom>
        </p:spPr>
      </p:pic>
      <p:pic>
        <p:nvPicPr>
          <p:cNvPr id="24" name="Picture 2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062168B-9D38-E303-8617-E31B0A8521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6" y="4112877"/>
            <a:ext cx="728713" cy="685800"/>
          </a:xfrm>
          <a:prstGeom prst="rect">
            <a:avLst/>
          </a:prstGeom>
        </p:spPr>
      </p:pic>
      <p:pic>
        <p:nvPicPr>
          <p:cNvPr id="25" name="Picture 2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4B767A7-5A97-10D3-F239-4CFD0F9A7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5" y="4809574"/>
            <a:ext cx="728713" cy="685800"/>
          </a:xfrm>
          <a:prstGeom prst="rect">
            <a:avLst/>
          </a:prstGeom>
        </p:spPr>
      </p:pic>
      <p:pic>
        <p:nvPicPr>
          <p:cNvPr id="26" name="Picture 2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EFB226E-B4A1-B2C5-B8D1-AF9945CF9B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3" y="5492810"/>
            <a:ext cx="728713" cy="685800"/>
          </a:xfrm>
          <a:prstGeom prst="rect">
            <a:avLst/>
          </a:prstGeom>
        </p:spPr>
      </p:pic>
      <p:pic>
        <p:nvPicPr>
          <p:cNvPr id="27" name="Picture 2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F549994-1D4D-894B-C554-90EEF90932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1" y="6183738"/>
            <a:ext cx="728713" cy="685800"/>
          </a:xfrm>
          <a:prstGeom prst="rect">
            <a:avLst/>
          </a:prstGeom>
        </p:spPr>
      </p:pic>
      <p:pic>
        <p:nvPicPr>
          <p:cNvPr id="28" name="Picture 2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1DA255B-3D1D-E280-E8F7-146C447EDC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9" y="5769"/>
            <a:ext cx="728713" cy="685800"/>
          </a:xfrm>
          <a:prstGeom prst="rect">
            <a:avLst/>
          </a:prstGeom>
        </p:spPr>
      </p:pic>
      <p:pic>
        <p:nvPicPr>
          <p:cNvPr id="29" name="Picture 2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704A502-86A8-5BFA-EFB6-FFB1900DA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9" y="672339"/>
            <a:ext cx="728713" cy="685800"/>
          </a:xfrm>
          <a:prstGeom prst="rect">
            <a:avLst/>
          </a:prstGeom>
        </p:spPr>
      </p:pic>
      <p:pic>
        <p:nvPicPr>
          <p:cNvPr id="30" name="Picture 2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F3236AC-E1C4-5534-A663-56B3DAA34C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9" y="1354293"/>
            <a:ext cx="728713" cy="685800"/>
          </a:xfrm>
          <a:prstGeom prst="rect">
            <a:avLst/>
          </a:prstGeom>
        </p:spPr>
      </p:pic>
      <p:pic>
        <p:nvPicPr>
          <p:cNvPr id="31" name="Picture 3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E279280-1103-CE2E-734A-5AC196B59A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8" y="2049387"/>
            <a:ext cx="728713" cy="685800"/>
          </a:xfrm>
          <a:prstGeom prst="rect">
            <a:avLst/>
          </a:prstGeom>
        </p:spPr>
      </p:pic>
      <p:pic>
        <p:nvPicPr>
          <p:cNvPr id="32" name="Picture 3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2D1EAA8-5E09-DBC4-73B8-9DCB50A8D1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7" y="2750892"/>
            <a:ext cx="728713" cy="685800"/>
          </a:xfrm>
          <a:prstGeom prst="rect">
            <a:avLst/>
          </a:prstGeom>
        </p:spPr>
      </p:pic>
      <p:pic>
        <p:nvPicPr>
          <p:cNvPr id="43" name="Picture 4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10867A9-C394-D91C-397A-1CB8FBF869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3" y="691569"/>
            <a:ext cx="728713" cy="685800"/>
          </a:xfrm>
          <a:prstGeom prst="rect">
            <a:avLst/>
          </a:prstGeom>
        </p:spPr>
      </p:pic>
      <p:pic>
        <p:nvPicPr>
          <p:cNvPr id="44" name="Picture 4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437991F-9E93-3FE5-B145-2C65222C59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3" y="1376087"/>
            <a:ext cx="728713" cy="685800"/>
          </a:xfrm>
          <a:prstGeom prst="rect">
            <a:avLst/>
          </a:prstGeom>
        </p:spPr>
      </p:pic>
      <p:pic>
        <p:nvPicPr>
          <p:cNvPr id="45" name="Picture 4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025E866-D7A4-29B2-B4B7-A2509C034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3" y="2060605"/>
            <a:ext cx="728713" cy="685800"/>
          </a:xfrm>
          <a:prstGeom prst="rect">
            <a:avLst/>
          </a:prstGeom>
        </p:spPr>
      </p:pic>
      <p:pic>
        <p:nvPicPr>
          <p:cNvPr id="46" name="Picture 4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AB5A4F7-388E-D365-2D2A-9C6702D119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3" y="2750251"/>
            <a:ext cx="728713" cy="685800"/>
          </a:xfrm>
          <a:prstGeom prst="rect">
            <a:avLst/>
          </a:prstGeom>
        </p:spPr>
      </p:pic>
      <p:pic>
        <p:nvPicPr>
          <p:cNvPr id="47" name="Picture 4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045C9E8-5DAD-812D-AA51-1D52AA864D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2" y="3436051"/>
            <a:ext cx="728713" cy="685800"/>
          </a:xfrm>
          <a:prstGeom prst="rect">
            <a:avLst/>
          </a:prstGeom>
        </p:spPr>
      </p:pic>
      <p:pic>
        <p:nvPicPr>
          <p:cNvPr id="48" name="Picture 4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649E2C4-2D9A-C044-0117-0F62E76922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2" y="4125697"/>
            <a:ext cx="728713" cy="685800"/>
          </a:xfrm>
          <a:prstGeom prst="rect">
            <a:avLst/>
          </a:prstGeom>
        </p:spPr>
      </p:pic>
      <p:pic>
        <p:nvPicPr>
          <p:cNvPr id="49" name="Picture 4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40ABB27-E014-F707-1A15-DC089E7F52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1" y="4811497"/>
            <a:ext cx="728713" cy="685800"/>
          </a:xfrm>
          <a:prstGeom prst="rect">
            <a:avLst/>
          </a:prstGeom>
        </p:spPr>
      </p:pic>
      <p:pic>
        <p:nvPicPr>
          <p:cNvPr id="50" name="Picture 4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A1D9693-99EA-3526-736B-6977AE0C6D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1" y="5497297"/>
            <a:ext cx="728713" cy="685800"/>
          </a:xfrm>
          <a:prstGeom prst="rect">
            <a:avLst/>
          </a:prstGeom>
        </p:spPr>
      </p:pic>
      <p:pic>
        <p:nvPicPr>
          <p:cNvPr id="51" name="Picture 5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629CEC9-CD2F-56C2-B083-D502C9DFF0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0" y="6175405"/>
            <a:ext cx="728713" cy="685800"/>
          </a:xfrm>
          <a:prstGeom prst="rect">
            <a:avLst/>
          </a:prstGeom>
        </p:spPr>
      </p:pic>
      <p:pic>
        <p:nvPicPr>
          <p:cNvPr id="52" name="Picture 5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0BF0220-8B86-88B0-0700-6F2BD57BD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3" y="17307"/>
            <a:ext cx="728713" cy="685800"/>
          </a:xfrm>
          <a:prstGeom prst="rect">
            <a:avLst/>
          </a:prstGeom>
        </p:spPr>
      </p:pic>
      <p:pic>
        <p:nvPicPr>
          <p:cNvPr id="53" name="Picture 5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49DABF8-2541-16CF-20A8-BC44E311BC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2" y="703107"/>
            <a:ext cx="728713" cy="685800"/>
          </a:xfrm>
          <a:prstGeom prst="rect">
            <a:avLst/>
          </a:prstGeom>
        </p:spPr>
      </p:pic>
      <p:pic>
        <p:nvPicPr>
          <p:cNvPr id="54" name="Picture 5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F3A60E6-85A3-5886-0DC5-EB12BE351E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2" y="1387625"/>
            <a:ext cx="728713" cy="685800"/>
          </a:xfrm>
          <a:prstGeom prst="rect">
            <a:avLst/>
          </a:prstGeom>
        </p:spPr>
      </p:pic>
      <p:pic>
        <p:nvPicPr>
          <p:cNvPr id="55" name="Picture 5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6C257E0-2423-216F-38ED-CA1AB5EEEF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2" y="2072143"/>
            <a:ext cx="728713" cy="685800"/>
          </a:xfrm>
          <a:prstGeom prst="rect">
            <a:avLst/>
          </a:prstGeom>
        </p:spPr>
      </p:pic>
      <p:pic>
        <p:nvPicPr>
          <p:cNvPr id="56" name="Picture 5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9247473-BBAC-7B00-2A0E-3CCD3BDEC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2" y="2761789"/>
            <a:ext cx="728713" cy="685800"/>
          </a:xfrm>
          <a:prstGeom prst="rect">
            <a:avLst/>
          </a:prstGeom>
        </p:spPr>
      </p:pic>
      <p:pic>
        <p:nvPicPr>
          <p:cNvPr id="57" name="Picture 5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0C5DF73-5B11-E117-37E3-B29CD31054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47" y="3431564"/>
            <a:ext cx="728713" cy="685800"/>
          </a:xfrm>
          <a:prstGeom prst="rect">
            <a:avLst/>
          </a:prstGeom>
        </p:spPr>
      </p:pic>
      <p:pic>
        <p:nvPicPr>
          <p:cNvPr id="58" name="Picture 5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AB3F738-F78B-FBB4-3A91-4485DF79B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47" y="4118646"/>
            <a:ext cx="728713" cy="685800"/>
          </a:xfrm>
          <a:prstGeom prst="rect">
            <a:avLst/>
          </a:prstGeom>
        </p:spPr>
      </p:pic>
      <p:pic>
        <p:nvPicPr>
          <p:cNvPr id="59" name="Picture 5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3108E02-0169-30EF-84D1-ACD146BF78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46" y="4815343"/>
            <a:ext cx="728713" cy="685800"/>
          </a:xfrm>
          <a:prstGeom prst="rect">
            <a:avLst/>
          </a:prstGeom>
        </p:spPr>
      </p:pic>
      <p:pic>
        <p:nvPicPr>
          <p:cNvPr id="60" name="Picture 5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4996256-D743-B2B5-26BB-938758D4C6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44" y="5498579"/>
            <a:ext cx="728713" cy="685800"/>
          </a:xfrm>
          <a:prstGeom prst="rect">
            <a:avLst/>
          </a:prstGeom>
        </p:spPr>
      </p:pic>
      <p:pic>
        <p:nvPicPr>
          <p:cNvPr id="61" name="Picture 6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DFC6766-CC0A-7504-6BB6-BA3A5990C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42" y="6189507"/>
            <a:ext cx="728713" cy="685800"/>
          </a:xfrm>
          <a:prstGeom prst="rect">
            <a:avLst/>
          </a:prstGeom>
        </p:spPr>
      </p:pic>
      <p:pic>
        <p:nvPicPr>
          <p:cNvPr id="62" name="Picture 6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9A91B87-6833-7E87-C78D-20A58E9F7A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50" y="11538"/>
            <a:ext cx="728713" cy="685800"/>
          </a:xfrm>
          <a:prstGeom prst="rect">
            <a:avLst/>
          </a:prstGeom>
        </p:spPr>
      </p:pic>
      <p:pic>
        <p:nvPicPr>
          <p:cNvPr id="63" name="Picture 6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E22D387-C9C7-4FE2-CB43-AB75B68445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50" y="678108"/>
            <a:ext cx="728713" cy="685800"/>
          </a:xfrm>
          <a:prstGeom prst="rect">
            <a:avLst/>
          </a:prstGeom>
        </p:spPr>
      </p:pic>
      <p:pic>
        <p:nvPicPr>
          <p:cNvPr id="1024" name="Picture 102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9F97ECC-A217-577B-7567-6833364F4D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50" y="1360062"/>
            <a:ext cx="728713" cy="685800"/>
          </a:xfrm>
          <a:prstGeom prst="rect">
            <a:avLst/>
          </a:prstGeom>
        </p:spPr>
      </p:pic>
      <p:pic>
        <p:nvPicPr>
          <p:cNvPr id="1025" name="Picture 102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9B693DD-AFD8-2076-C4D1-0588A2AB04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49" y="2055156"/>
            <a:ext cx="728713" cy="685800"/>
          </a:xfrm>
          <a:prstGeom prst="rect">
            <a:avLst/>
          </a:prstGeom>
        </p:spPr>
      </p:pic>
      <p:pic>
        <p:nvPicPr>
          <p:cNvPr id="1027" name="Picture 102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5DAD9D0-1F6A-FF84-3127-EB28CFADA8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48" y="2756661"/>
            <a:ext cx="728713" cy="685800"/>
          </a:xfrm>
          <a:prstGeom prst="rect">
            <a:avLst/>
          </a:prstGeom>
        </p:spPr>
      </p:pic>
      <p:pic>
        <p:nvPicPr>
          <p:cNvPr id="1028" name="Picture 102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90403C7-EB28-AB63-6CFB-B55C9125C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2" y="697338"/>
            <a:ext cx="728713" cy="685800"/>
          </a:xfrm>
          <a:prstGeom prst="rect">
            <a:avLst/>
          </a:prstGeom>
        </p:spPr>
      </p:pic>
      <p:pic>
        <p:nvPicPr>
          <p:cNvPr id="1029" name="Picture 102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E60CB5C-9394-8E45-6D95-52828B6F21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2" y="1381856"/>
            <a:ext cx="728713" cy="685800"/>
          </a:xfrm>
          <a:prstGeom prst="rect">
            <a:avLst/>
          </a:prstGeom>
        </p:spPr>
      </p:pic>
      <p:pic>
        <p:nvPicPr>
          <p:cNvPr id="1030" name="Picture 102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8AE0512-0857-C003-D5E5-9695F8F96D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2" y="2066374"/>
            <a:ext cx="728713" cy="685800"/>
          </a:xfrm>
          <a:prstGeom prst="rect">
            <a:avLst/>
          </a:prstGeom>
        </p:spPr>
      </p:pic>
      <p:pic>
        <p:nvPicPr>
          <p:cNvPr id="1032" name="Picture 103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A920116-D94C-67AE-CC50-B4B0FA3F95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2" y="2756020"/>
            <a:ext cx="728713" cy="685800"/>
          </a:xfrm>
          <a:prstGeom prst="rect">
            <a:avLst/>
          </a:prstGeom>
        </p:spPr>
      </p:pic>
      <p:pic>
        <p:nvPicPr>
          <p:cNvPr id="1033" name="Picture 103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12F7C65-0310-5D7F-81A1-14BB6F1A3D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1" y="3441820"/>
            <a:ext cx="728713" cy="685800"/>
          </a:xfrm>
          <a:prstGeom prst="rect">
            <a:avLst/>
          </a:prstGeom>
        </p:spPr>
      </p:pic>
      <p:pic>
        <p:nvPicPr>
          <p:cNvPr id="1034" name="Picture 103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F25B7D9-1FCD-6267-B1EE-2173821D46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1" y="4131466"/>
            <a:ext cx="728713" cy="685800"/>
          </a:xfrm>
          <a:prstGeom prst="rect">
            <a:avLst/>
          </a:prstGeom>
        </p:spPr>
      </p:pic>
      <p:pic>
        <p:nvPicPr>
          <p:cNvPr id="1035" name="Picture 103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2DA9C18-7307-DEAC-3F48-9DE3CD6818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0" y="4817266"/>
            <a:ext cx="728713" cy="685800"/>
          </a:xfrm>
          <a:prstGeom prst="rect">
            <a:avLst/>
          </a:prstGeom>
        </p:spPr>
      </p:pic>
      <p:pic>
        <p:nvPicPr>
          <p:cNvPr id="1036" name="Picture 103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0898964-ACE0-D33A-A517-98FB016122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0" y="5503066"/>
            <a:ext cx="728713" cy="685800"/>
          </a:xfrm>
          <a:prstGeom prst="rect">
            <a:avLst/>
          </a:prstGeom>
        </p:spPr>
      </p:pic>
      <p:pic>
        <p:nvPicPr>
          <p:cNvPr id="1037" name="Picture 103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1336101-7CF3-7540-38D2-6FB43C0B4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39" y="6181174"/>
            <a:ext cx="728713" cy="685800"/>
          </a:xfrm>
          <a:prstGeom prst="rect">
            <a:avLst/>
          </a:prstGeom>
        </p:spPr>
      </p:pic>
      <p:pic>
        <p:nvPicPr>
          <p:cNvPr id="1038" name="Picture 103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920A27D-8AC8-E1FC-1E55-CC659C4F6B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2" y="23076"/>
            <a:ext cx="728713" cy="685800"/>
          </a:xfrm>
          <a:prstGeom prst="rect">
            <a:avLst/>
          </a:prstGeom>
        </p:spPr>
      </p:pic>
      <p:pic>
        <p:nvPicPr>
          <p:cNvPr id="1039" name="Picture 103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FBB98AF-EE65-ECBD-D1C9-6DC6F6EFC4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1" y="708876"/>
            <a:ext cx="728713" cy="685800"/>
          </a:xfrm>
          <a:prstGeom prst="rect">
            <a:avLst/>
          </a:prstGeom>
        </p:spPr>
      </p:pic>
      <p:pic>
        <p:nvPicPr>
          <p:cNvPr id="1040" name="Picture 103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A3EE6E5-D78B-A44D-89D0-FAC26FBD93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1" y="1393394"/>
            <a:ext cx="728713" cy="685800"/>
          </a:xfrm>
          <a:prstGeom prst="rect">
            <a:avLst/>
          </a:prstGeom>
        </p:spPr>
      </p:pic>
      <p:pic>
        <p:nvPicPr>
          <p:cNvPr id="1041" name="Picture 104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CBCEE51-23D5-12ED-E0AA-218244EB21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1" y="2077912"/>
            <a:ext cx="728713" cy="685800"/>
          </a:xfrm>
          <a:prstGeom prst="rect">
            <a:avLst/>
          </a:prstGeom>
        </p:spPr>
      </p:pic>
      <p:pic>
        <p:nvPicPr>
          <p:cNvPr id="1042" name="Picture 104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2D380D3-BEBD-9C29-BEE4-A0FCDE2579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1" y="2767558"/>
            <a:ext cx="728713" cy="685800"/>
          </a:xfrm>
          <a:prstGeom prst="rect">
            <a:avLst/>
          </a:prstGeom>
        </p:spPr>
      </p:pic>
      <p:pic>
        <p:nvPicPr>
          <p:cNvPr id="1043" name="Picture 104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31D37F0-E3EB-C10F-F74D-8ADD83E790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6" y="3437333"/>
            <a:ext cx="728713" cy="685800"/>
          </a:xfrm>
          <a:prstGeom prst="rect">
            <a:avLst/>
          </a:prstGeom>
        </p:spPr>
      </p:pic>
      <p:pic>
        <p:nvPicPr>
          <p:cNvPr id="1044" name="Picture 104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2744185-1B03-F335-9915-EE8AB71DF6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6" y="4124415"/>
            <a:ext cx="728713" cy="685800"/>
          </a:xfrm>
          <a:prstGeom prst="rect">
            <a:avLst/>
          </a:prstGeom>
        </p:spPr>
      </p:pic>
      <p:pic>
        <p:nvPicPr>
          <p:cNvPr id="1045" name="Picture 104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C6B01A2-CD82-75C1-3533-FB50DB900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5" y="4821112"/>
            <a:ext cx="728713" cy="685800"/>
          </a:xfrm>
          <a:prstGeom prst="rect">
            <a:avLst/>
          </a:prstGeom>
        </p:spPr>
      </p:pic>
      <p:pic>
        <p:nvPicPr>
          <p:cNvPr id="1046" name="Picture 104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DC7DA56-7B43-0E0C-8832-16CB408A07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3" y="5504348"/>
            <a:ext cx="728713" cy="685800"/>
          </a:xfrm>
          <a:prstGeom prst="rect">
            <a:avLst/>
          </a:prstGeom>
        </p:spPr>
      </p:pic>
      <p:pic>
        <p:nvPicPr>
          <p:cNvPr id="1047" name="Picture 104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2569D07-578A-6E66-B221-596C657B94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1" y="6195276"/>
            <a:ext cx="728713" cy="685800"/>
          </a:xfrm>
          <a:prstGeom prst="rect">
            <a:avLst/>
          </a:prstGeom>
        </p:spPr>
      </p:pic>
      <p:pic>
        <p:nvPicPr>
          <p:cNvPr id="1048" name="Picture 104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EB222ED-E394-D24D-5305-63C26D6D6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9" y="17307"/>
            <a:ext cx="728713" cy="685800"/>
          </a:xfrm>
          <a:prstGeom prst="rect">
            <a:avLst/>
          </a:prstGeom>
        </p:spPr>
      </p:pic>
      <p:pic>
        <p:nvPicPr>
          <p:cNvPr id="1049" name="Picture 104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80F6456-7446-72ED-8B47-8E15B4AC6E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9" y="683877"/>
            <a:ext cx="728713" cy="685800"/>
          </a:xfrm>
          <a:prstGeom prst="rect">
            <a:avLst/>
          </a:prstGeom>
        </p:spPr>
      </p:pic>
      <p:pic>
        <p:nvPicPr>
          <p:cNvPr id="1050" name="Picture 104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EF82727-6650-3DA4-D50D-E110472EED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9" y="1365831"/>
            <a:ext cx="728713" cy="685800"/>
          </a:xfrm>
          <a:prstGeom prst="rect">
            <a:avLst/>
          </a:prstGeom>
        </p:spPr>
      </p:pic>
      <p:pic>
        <p:nvPicPr>
          <p:cNvPr id="1051" name="Picture 105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6E74E04-D049-8788-EF13-398FF24C5C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8" y="2060925"/>
            <a:ext cx="728713" cy="685800"/>
          </a:xfrm>
          <a:prstGeom prst="rect">
            <a:avLst/>
          </a:prstGeom>
        </p:spPr>
      </p:pic>
      <p:pic>
        <p:nvPicPr>
          <p:cNvPr id="1052" name="Picture 105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3D94A21-4ED4-642C-34B9-D51B6EEAB8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7" y="2762430"/>
            <a:ext cx="728713" cy="685800"/>
          </a:xfrm>
          <a:prstGeom prst="rect">
            <a:avLst/>
          </a:prstGeom>
        </p:spPr>
      </p:pic>
      <p:pic>
        <p:nvPicPr>
          <p:cNvPr id="1053" name="Picture 105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BE694E9-7B8A-3040-CE87-96FDB32530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9" y="702466"/>
            <a:ext cx="728713" cy="685800"/>
          </a:xfrm>
          <a:prstGeom prst="rect">
            <a:avLst/>
          </a:prstGeom>
        </p:spPr>
      </p:pic>
      <p:pic>
        <p:nvPicPr>
          <p:cNvPr id="1054" name="Picture 105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52FD991-82D0-99C8-9056-3BB27F3C8D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9" y="1386984"/>
            <a:ext cx="728713" cy="685800"/>
          </a:xfrm>
          <a:prstGeom prst="rect">
            <a:avLst/>
          </a:prstGeom>
        </p:spPr>
      </p:pic>
      <p:pic>
        <p:nvPicPr>
          <p:cNvPr id="1055" name="Picture 105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9769040-10F7-2A33-FD4D-1F1DB6208F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9" y="2071502"/>
            <a:ext cx="728713" cy="685800"/>
          </a:xfrm>
          <a:prstGeom prst="rect">
            <a:avLst/>
          </a:prstGeom>
        </p:spPr>
      </p:pic>
      <p:pic>
        <p:nvPicPr>
          <p:cNvPr id="1056" name="Picture 105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98560F3-F129-7DFB-CC3C-196B52ACA7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9" y="2761148"/>
            <a:ext cx="728713" cy="685800"/>
          </a:xfrm>
          <a:prstGeom prst="rect">
            <a:avLst/>
          </a:prstGeom>
        </p:spPr>
      </p:pic>
      <p:pic>
        <p:nvPicPr>
          <p:cNvPr id="1057" name="Picture 105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A53B1EC-9260-D331-E318-0E818B0F87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8" y="3446948"/>
            <a:ext cx="728713" cy="685800"/>
          </a:xfrm>
          <a:prstGeom prst="rect">
            <a:avLst/>
          </a:prstGeom>
        </p:spPr>
      </p:pic>
      <p:pic>
        <p:nvPicPr>
          <p:cNvPr id="1058" name="Picture 105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0784F3B-F286-3760-8967-CD3E4F1F39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8" y="4136594"/>
            <a:ext cx="728713" cy="685800"/>
          </a:xfrm>
          <a:prstGeom prst="rect">
            <a:avLst/>
          </a:prstGeom>
        </p:spPr>
      </p:pic>
      <p:pic>
        <p:nvPicPr>
          <p:cNvPr id="1059" name="Picture 105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6D99FB1-BA81-CA5B-3336-4165FC435E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7" y="4822394"/>
            <a:ext cx="728713" cy="685800"/>
          </a:xfrm>
          <a:prstGeom prst="rect">
            <a:avLst/>
          </a:prstGeom>
        </p:spPr>
      </p:pic>
      <p:pic>
        <p:nvPicPr>
          <p:cNvPr id="1060" name="Picture 105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4CB6890-6C55-9DFC-F6FA-A5B4FC1B0C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7" y="5508194"/>
            <a:ext cx="728713" cy="685800"/>
          </a:xfrm>
          <a:prstGeom prst="rect">
            <a:avLst/>
          </a:prstGeom>
        </p:spPr>
      </p:pic>
      <p:pic>
        <p:nvPicPr>
          <p:cNvPr id="1061" name="Picture 106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159F7AC-C980-797D-5ED5-AE97FBC065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6" y="6186302"/>
            <a:ext cx="728713" cy="685800"/>
          </a:xfrm>
          <a:prstGeom prst="rect">
            <a:avLst/>
          </a:prstGeom>
        </p:spPr>
      </p:pic>
      <p:pic>
        <p:nvPicPr>
          <p:cNvPr id="1062" name="Picture 106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CC1F8F7-BBE9-9039-1C5A-554A153C70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9" y="28204"/>
            <a:ext cx="728713" cy="685800"/>
          </a:xfrm>
          <a:prstGeom prst="rect">
            <a:avLst/>
          </a:prstGeom>
        </p:spPr>
      </p:pic>
      <p:pic>
        <p:nvPicPr>
          <p:cNvPr id="1063" name="Picture 106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BD611E2-712F-933B-4C5A-52EB7CB84C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8" y="714004"/>
            <a:ext cx="728713" cy="685800"/>
          </a:xfrm>
          <a:prstGeom prst="rect">
            <a:avLst/>
          </a:prstGeom>
        </p:spPr>
      </p:pic>
      <p:pic>
        <p:nvPicPr>
          <p:cNvPr id="1064" name="Picture 106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B20D20E-21B3-AADC-90E7-32D46610CB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8" y="1398522"/>
            <a:ext cx="728713" cy="685800"/>
          </a:xfrm>
          <a:prstGeom prst="rect">
            <a:avLst/>
          </a:prstGeom>
        </p:spPr>
      </p:pic>
      <p:pic>
        <p:nvPicPr>
          <p:cNvPr id="1065" name="Picture 106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98AD75F-1F21-646A-CADC-24AF86A732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8" y="2083040"/>
            <a:ext cx="728713" cy="685800"/>
          </a:xfrm>
          <a:prstGeom prst="rect">
            <a:avLst/>
          </a:prstGeom>
        </p:spPr>
      </p:pic>
      <p:pic>
        <p:nvPicPr>
          <p:cNvPr id="1066" name="Picture 106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1959F31-DA35-C5FC-4206-39FAC57F8D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8" y="2772686"/>
            <a:ext cx="728713" cy="685800"/>
          </a:xfrm>
          <a:prstGeom prst="rect">
            <a:avLst/>
          </a:prstGeom>
        </p:spPr>
      </p:pic>
      <p:pic>
        <p:nvPicPr>
          <p:cNvPr id="1067" name="Picture 106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35C60AD-761C-415D-2044-A5899E7CF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3" y="3442461"/>
            <a:ext cx="728713" cy="685800"/>
          </a:xfrm>
          <a:prstGeom prst="rect">
            <a:avLst/>
          </a:prstGeom>
        </p:spPr>
      </p:pic>
      <p:pic>
        <p:nvPicPr>
          <p:cNvPr id="1068" name="Picture 106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DC7F91F-5DD2-52C8-BE6E-AAF5BAA4E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3" y="4129543"/>
            <a:ext cx="728713" cy="685800"/>
          </a:xfrm>
          <a:prstGeom prst="rect">
            <a:avLst/>
          </a:prstGeom>
        </p:spPr>
      </p:pic>
      <p:pic>
        <p:nvPicPr>
          <p:cNvPr id="1069" name="Picture 106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A3F4207-E300-081A-EB60-818517BD69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2" y="4826240"/>
            <a:ext cx="728713" cy="685800"/>
          </a:xfrm>
          <a:prstGeom prst="rect">
            <a:avLst/>
          </a:prstGeom>
        </p:spPr>
      </p:pic>
      <p:pic>
        <p:nvPicPr>
          <p:cNvPr id="1070" name="Picture 106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6C80691-DD71-3948-8FB8-0203E98E06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0" y="5509476"/>
            <a:ext cx="728713" cy="685800"/>
          </a:xfrm>
          <a:prstGeom prst="rect">
            <a:avLst/>
          </a:prstGeom>
        </p:spPr>
      </p:pic>
      <p:pic>
        <p:nvPicPr>
          <p:cNvPr id="1071" name="Picture 107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077127D-B470-5674-F263-AB03DAD089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38" y="6200404"/>
            <a:ext cx="728713" cy="685800"/>
          </a:xfrm>
          <a:prstGeom prst="rect">
            <a:avLst/>
          </a:prstGeom>
        </p:spPr>
      </p:pic>
      <p:pic>
        <p:nvPicPr>
          <p:cNvPr id="1072" name="Picture 107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8FEC2B1-2D8D-AF90-458C-E243B6B6F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6" y="22435"/>
            <a:ext cx="728713" cy="685800"/>
          </a:xfrm>
          <a:prstGeom prst="rect">
            <a:avLst/>
          </a:prstGeom>
        </p:spPr>
      </p:pic>
      <p:pic>
        <p:nvPicPr>
          <p:cNvPr id="1073" name="Picture 107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22B19F2-B98D-3A2E-3799-3393EEBF40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6" y="689005"/>
            <a:ext cx="728713" cy="685800"/>
          </a:xfrm>
          <a:prstGeom prst="rect">
            <a:avLst/>
          </a:prstGeom>
        </p:spPr>
      </p:pic>
      <p:pic>
        <p:nvPicPr>
          <p:cNvPr id="1074" name="Picture 107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8F4559E-189A-7AF6-FFF1-36D0DC5661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6" y="1370959"/>
            <a:ext cx="728713" cy="685800"/>
          </a:xfrm>
          <a:prstGeom prst="rect">
            <a:avLst/>
          </a:prstGeom>
        </p:spPr>
      </p:pic>
      <p:pic>
        <p:nvPicPr>
          <p:cNvPr id="1075" name="Picture 107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DF05778-007B-9003-0862-60006C2FB1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5" y="2066053"/>
            <a:ext cx="728713" cy="685800"/>
          </a:xfrm>
          <a:prstGeom prst="rect">
            <a:avLst/>
          </a:prstGeom>
        </p:spPr>
      </p:pic>
      <p:pic>
        <p:nvPicPr>
          <p:cNvPr id="1076" name="Picture 107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1553929-3A48-DE59-2C55-D051C6BD35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4" y="2767558"/>
            <a:ext cx="728713" cy="685800"/>
          </a:xfrm>
          <a:prstGeom prst="rect">
            <a:avLst/>
          </a:prstGeom>
        </p:spPr>
      </p:pic>
      <p:pic>
        <p:nvPicPr>
          <p:cNvPr id="1237" name="Picture 123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C4581BE-B1AB-82BE-A3F5-24C7D2917A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88" y="5128"/>
            <a:ext cx="728713" cy="685800"/>
          </a:xfrm>
          <a:prstGeom prst="rect">
            <a:avLst/>
          </a:prstGeom>
        </p:spPr>
      </p:pic>
      <p:pic>
        <p:nvPicPr>
          <p:cNvPr id="1238" name="Picture 123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3098A03-D1F3-CC4C-C190-7B09253E33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89" y="690928"/>
            <a:ext cx="728713" cy="685800"/>
          </a:xfrm>
          <a:prstGeom prst="rect">
            <a:avLst/>
          </a:prstGeom>
        </p:spPr>
      </p:pic>
      <p:pic>
        <p:nvPicPr>
          <p:cNvPr id="1239" name="Picture 123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6A63120-21C4-A20B-FEA4-D891675F4A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89" y="1375446"/>
            <a:ext cx="728713" cy="685800"/>
          </a:xfrm>
          <a:prstGeom prst="rect">
            <a:avLst/>
          </a:prstGeom>
        </p:spPr>
      </p:pic>
      <p:pic>
        <p:nvPicPr>
          <p:cNvPr id="1240" name="Picture 123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12B185F-CD05-72E3-B6F0-3592ADDF70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89" y="2059964"/>
            <a:ext cx="728713" cy="685800"/>
          </a:xfrm>
          <a:prstGeom prst="rect">
            <a:avLst/>
          </a:prstGeom>
        </p:spPr>
      </p:pic>
      <p:pic>
        <p:nvPicPr>
          <p:cNvPr id="1241" name="Picture 124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33CC26A-E902-C28D-C0BA-5B5E5C2083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89" y="2749610"/>
            <a:ext cx="728713" cy="685800"/>
          </a:xfrm>
          <a:prstGeom prst="rect">
            <a:avLst/>
          </a:prstGeom>
        </p:spPr>
      </p:pic>
      <p:pic>
        <p:nvPicPr>
          <p:cNvPr id="1242" name="Picture 124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750A7A9-3CD6-FF70-8C95-1D71C4F4F8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0" y="3435410"/>
            <a:ext cx="728713" cy="685800"/>
          </a:xfrm>
          <a:prstGeom prst="rect">
            <a:avLst/>
          </a:prstGeom>
        </p:spPr>
      </p:pic>
      <p:pic>
        <p:nvPicPr>
          <p:cNvPr id="1243" name="Picture 124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441C772-8306-FD77-130E-15D323847B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0" y="4125056"/>
            <a:ext cx="728713" cy="685800"/>
          </a:xfrm>
          <a:prstGeom prst="rect">
            <a:avLst/>
          </a:prstGeom>
        </p:spPr>
      </p:pic>
      <p:pic>
        <p:nvPicPr>
          <p:cNvPr id="1244" name="Picture 124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47A9687-B427-DF29-21AD-413E8889B9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1" y="4810856"/>
            <a:ext cx="728713" cy="685800"/>
          </a:xfrm>
          <a:prstGeom prst="rect">
            <a:avLst/>
          </a:prstGeom>
        </p:spPr>
      </p:pic>
      <p:pic>
        <p:nvPicPr>
          <p:cNvPr id="1245" name="Picture 124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2C7B6FE-6BB4-6B7A-A24F-E2640D5642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1" y="5496656"/>
            <a:ext cx="728713" cy="685800"/>
          </a:xfrm>
          <a:prstGeom prst="rect">
            <a:avLst/>
          </a:prstGeom>
        </p:spPr>
      </p:pic>
      <p:pic>
        <p:nvPicPr>
          <p:cNvPr id="1246" name="Picture 124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3B28B96-DB40-90D6-3283-7F8838E8EB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2" y="6174764"/>
            <a:ext cx="728713" cy="685800"/>
          </a:xfrm>
          <a:prstGeom prst="rect">
            <a:avLst/>
          </a:prstGeom>
        </p:spPr>
      </p:pic>
      <p:pic>
        <p:nvPicPr>
          <p:cNvPr id="1247" name="Picture 124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AE3770E-75F9-9F36-89BF-2F4BD80576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89" y="16666"/>
            <a:ext cx="728713" cy="685800"/>
          </a:xfrm>
          <a:prstGeom prst="rect">
            <a:avLst/>
          </a:prstGeom>
        </p:spPr>
      </p:pic>
      <p:pic>
        <p:nvPicPr>
          <p:cNvPr id="1248" name="Picture 124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61508B1-BDF5-D973-26A3-A27564B4FC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0" y="702466"/>
            <a:ext cx="728713" cy="685800"/>
          </a:xfrm>
          <a:prstGeom prst="rect">
            <a:avLst/>
          </a:prstGeom>
        </p:spPr>
      </p:pic>
      <p:pic>
        <p:nvPicPr>
          <p:cNvPr id="1249" name="Picture 124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9B104B0-6674-60DF-D293-98052A755C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0" y="1386984"/>
            <a:ext cx="728713" cy="685800"/>
          </a:xfrm>
          <a:prstGeom prst="rect">
            <a:avLst/>
          </a:prstGeom>
        </p:spPr>
      </p:pic>
      <p:pic>
        <p:nvPicPr>
          <p:cNvPr id="1250" name="Picture 124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5E5463F-EB22-8291-003C-C8751A5F47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0" y="2071502"/>
            <a:ext cx="728713" cy="685800"/>
          </a:xfrm>
          <a:prstGeom prst="rect">
            <a:avLst/>
          </a:prstGeom>
        </p:spPr>
      </p:pic>
      <p:pic>
        <p:nvPicPr>
          <p:cNvPr id="1251" name="Picture 125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8B0BCC6-0F15-1A15-02FA-3A11FBD172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0" y="2761148"/>
            <a:ext cx="728713" cy="685800"/>
          </a:xfrm>
          <a:prstGeom prst="rect">
            <a:avLst/>
          </a:prstGeom>
        </p:spPr>
      </p:pic>
      <p:pic>
        <p:nvPicPr>
          <p:cNvPr id="1252" name="Picture 125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12BF818-8AAE-98B9-9618-C599484DDC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5" y="3430923"/>
            <a:ext cx="728713" cy="685800"/>
          </a:xfrm>
          <a:prstGeom prst="rect">
            <a:avLst/>
          </a:prstGeom>
        </p:spPr>
      </p:pic>
      <p:pic>
        <p:nvPicPr>
          <p:cNvPr id="1253" name="Picture 125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561AE69-E961-F212-1F7C-87E5D71325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5" y="4118005"/>
            <a:ext cx="728713" cy="685800"/>
          </a:xfrm>
          <a:prstGeom prst="rect">
            <a:avLst/>
          </a:prstGeom>
        </p:spPr>
      </p:pic>
      <p:pic>
        <p:nvPicPr>
          <p:cNvPr id="1254" name="Picture 125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386594D-A983-24CA-87D5-A12A2DEE8D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4" y="4814702"/>
            <a:ext cx="728713" cy="685800"/>
          </a:xfrm>
          <a:prstGeom prst="rect">
            <a:avLst/>
          </a:prstGeom>
        </p:spPr>
      </p:pic>
      <p:pic>
        <p:nvPicPr>
          <p:cNvPr id="1255" name="Picture 125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FCC240F-B455-C3DD-B731-AEB5AC12AB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2" y="5497938"/>
            <a:ext cx="728713" cy="685800"/>
          </a:xfrm>
          <a:prstGeom prst="rect">
            <a:avLst/>
          </a:prstGeom>
        </p:spPr>
      </p:pic>
      <p:pic>
        <p:nvPicPr>
          <p:cNvPr id="1256" name="Picture 125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6D7F215-413E-7C4D-CEAD-420DDF34FC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0" y="6188866"/>
            <a:ext cx="728713" cy="685800"/>
          </a:xfrm>
          <a:prstGeom prst="rect">
            <a:avLst/>
          </a:prstGeom>
        </p:spPr>
      </p:pic>
      <p:pic>
        <p:nvPicPr>
          <p:cNvPr id="1257" name="Picture 125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98058BE-2E63-EC68-9C1C-B185C00608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8" y="10897"/>
            <a:ext cx="728713" cy="685800"/>
          </a:xfrm>
          <a:prstGeom prst="rect">
            <a:avLst/>
          </a:prstGeom>
        </p:spPr>
      </p:pic>
      <p:pic>
        <p:nvPicPr>
          <p:cNvPr id="1258" name="Picture 125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8DD01ED-C5F0-2915-3FCE-66CC2200D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8" y="677467"/>
            <a:ext cx="728713" cy="685800"/>
          </a:xfrm>
          <a:prstGeom prst="rect">
            <a:avLst/>
          </a:prstGeom>
        </p:spPr>
      </p:pic>
      <p:pic>
        <p:nvPicPr>
          <p:cNvPr id="1259" name="Picture 125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65A2BBF-EE9A-9C5E-B724-9CDDBC75DA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8" y="1359421"/>
            <a:ext cx="728713" cy="685800"/>
          </a:xfrm>
          <a:prstGeom prst="rect">
            <a:avLst/>
          </a:prstGeom>
        </p:spPr>
      </p:pic>
      <p:pic>
        <p:nvPicPr>
          <p:cNvPr id="1260" name="Picture 125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6283B7E-F366-858E-4730-F920F87396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7" y="2054515"/>
            <a:ext cx="728713" cy="685800"/>
          </a:xfrm>
          <a:prstGeom prst="rect">
            <a:avLst/>
          </a:prstGeom>
        </p:spPr>
      </p:pic>
      <p:pic>
        <p:nvPicPr>
          <p:cNvPr id="1261" name="Picture 126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DF6CB07-F99A-969A-EF32-1AC4B892B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6" y="2756020"/>
            <a:ext cx="728713" cy="685800"/>
          </a:xfrm>
          <a:prstGeom prst="rect">
            <a:avLst/>
          </a:prstGeom>
        </p:spPr>
      </p:pic>
      <p:pic>
        <p:nvPicPr>
          <p:cNvPr id="1262" name="Picture 126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A7CD604-740B-5879-C698-E7DDCDC229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2" y="696697"/>
            <a:ext cx="728713" cy="685800"/>
          </a:xfrm>
          <a:prstGeom prst="rect">
            <a:avLst/>
          </a:prstGeom>
        </p:spPr>
      </p:pic>
      <p:pic>
        <p:nvPicPr>
          <p:cNvPr id="1263" name="Picture 126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46E7FB8-EBBB-0093-F76B-515C60C099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2" y="1381215"/>
            <a:ext cx="728713" cy="685800"/>
          </a:xfrm>
          <a:prstGeom prst="rect">
            <a:avLst/>
          </a:prstGeom>
        </p:spPr>
      </p:pic>
      <p:pic>
        <p:nvPicPr>
          <p:cNvPr id="1264" name="Picture 126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0BB5176-392D-46FC-9FB8-79F894C0D0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2" y="2065733"/>
            <a:ext cx="728713" cy="685800"/>
          </a:xfrm>
          <a:prstGeom prst="rect">
            <a:avLst/>
          </a:prstGeom>
        </p:spPr>
      </p:pic>
      <p:pic>
        <p:nvPicPr>
          <p:cNvPr id="1265" name="Picture 126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D47F9AF-9804-C4B5-73ED-6A830EEBA6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2" y="2755379"/>
            <a:ext cx="728713" cy="685800"/>
          </a:xfrm>
          <a:prstGeom prst="rect">
            <a:avLst/>
          </a:prstGeom>
        </p:spPr>
      </p:pic>
      <p:pic>
        <p:nvPicPr>
          <p:cNvPr id="1266" name="Picture 126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46A0150-626B-4A44-2FF7-7247ECD2E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1" y="3441179"/>
            <a:ext cx="728713" cy="685800"/>
          </a:xfrm>
          <a:prstGeom prst="rect">
            <a:avLst/>
          </a:prstGeom>
        </p:spPr>
      </p:pic>
      <p:pic>
        <p:nvPicPr>
          <p:cNvPr id="1267" name="Picture 126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8DFA136-C1D8-ACAC-75CC-F5EC058132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1" y="4130825"/>
            <a:ext cx="728713" cy="685800"/>
          </a:xfrm>
          <a:prstGeom prst="rect">
            <a:avLst/>
          </a:prstGeom>
        </p:spPr>
      </p:pic>
      <p:pic>
        <p:nvPicPr>
          <p:cNvPr id="1268" name="Picture 126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095592C-6756-7300-A77E-117BCC8ED5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0" y="4816625"/>
            <a:ext cx="728713" cy="685800"/>
          </a:xfrm>
          <a:prstGeom prst="rect">
            <a:avLst/>
          </a:prstGeom>
        </p:spPr>
      </p:pic>
      <p:pic>
        <p:nvPicPr>
          <p:cNvPr id="1269" name="Picture 126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D5A809C-D17B-3EBA-3E87-3DE879F049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0" y="5502425"/>
            <a:ext cx="728713" cy="685800"/>
          </a:xfrm>
          <a:prstGeom prst="rect">
            <a:avLst/>
          </a:prstGeom>
        </p:spPr>
      </p:pic>
      <p:pic>
        <p:nvPicPr>
          <p:cNvPr id="1270" name="Picture 126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F5E6DE7-F874-6339-202B-A11A1C019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09" y="6180533"/>
            <a:ext cx="728713" cy="685800"/>
          </a:xfrm>
          <a:prstGeom prst="rect">
            <a:avLst/>
          </a:prstGeom>
        </p:spPr>
      </p:pic>
      <p:pic>
        <p:nvPicPr>
          <p:cNvPr id="1271" name="Picture 127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4CA15AA-D98D-74B8-541C-942161A677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2" y="22435"/>
            <a:ext cx="728713" cy="685800"/>
          </a:xfrm>
          <a:prstGeom prst="rect">
            <a:avLst/>
          </a:prstGeom>
        </p:spPr>
      </p:pic>
      <p:pic>
        <p:nvPicPr>
          <p:cNvPr id="1272" name="Picture 127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561CA00-2EE5-A9BB-1A98-3BCBD6C7DB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1" y="708235"/>
            <a:ext cx="728713" cy="685800"/>
          </a:xfrm>
          <a:prstGeom prst="rect">
            <a:avLst/>
          </a:prstGeom>
        </p:spPr>
      </p:pic>
      <p:pic>
        <p:nvPicPr>
          <p:cNvPr id="1273" name="Picture 127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C8E32A4-69DB-99FF-117B-C35B32021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1" y="1392753"/>
            <a:ext cx="728713" cy="685800"/>
          </a:xfrm>
          <a:prstGeom prst="rect">
            <a:avLst/>
          </a:prstGeom>
        </p:spPr>
      </p:pic>
      <p:pic>
        <p:nvPicPr>
          <p:cNvPr id="1274" name="Picture 127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E1C0AD1-1B51-8143-81A9-D497AA6C9B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1" y="2077271"/>
            <a:ext cx="728713" cy="685800"/>
          </a:xfrm>
          <a:prstGeom prst="rect">
            <a:avLst/>
          </a:prstGeom>
        </p:spPr>
      </p:pic>
      <p:pic>
        <p:nvPicPr>
          <p:cNvPr id="1275" name="Picture 127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D5CFFC5-4408-CFBB-6A32-EC91A9E086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1" y="2766917"/>
            <a:ext cx="728713" cy="685800"/>
          </a:xfrm>
          <a:prstGeom prst="rect">
            <a:avLst/>
          </a:prstGeom>
        </p:spPr>
      </p:pic>
      <p:pic>
        <p:nvPicPr>
          <p:cNvPr id="1276" name="Picture 127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9110B81-67A4-FA52-C6CD-869D5367E3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6" y="3436692"/>
            <a:ext cx="728713" cy="685800"/>
          </a:xfrm>
          <a:prstGeom prst="rect">
            <a:avLst/>
          </a:prstGeom>
        </p:spPr>
      </p:pic>
      <p:pic>
        <p:nvPicPr>
          <p:cNvPr id="1277" name="Picture 127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DC7DFCC-A114-AD21-7B4E-AB50D779A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6" y="4123774"/>
            <a:ext cx="728713" cy="685800"/>
          </a:xfrm>
          <a:prstGeom prst="rect">
            <a:avLst/>
          </a:prstGeom>
        </p:spPr>
      </p:pic>
      <p:pic>
        <p:nvPicPr>
          <p:cNvPr id="1278" name="Picture 127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3F3D036-8CCE-A569-E3E6-9BE39BDBBC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5" y="4820471"/>
            <a:ext cx="728713" cy="685800"/>
          </a:xfrm>
          <a:prstGeom prst="rect">
            <a:avLst/>
          </a:prstGeom>
        </p:spPr>
      </p:pic>
      <p:pic>
        <p:nvPicPr>
          <p:cNvPr id="1279" name="Picture 127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3BAED87-3C9A-C23B-1547-34F1ACB476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3" y="5503707"/>
            <a:ext cx="728713" cy="685800"/>
          </a:xfrm>
          <a:prstGeom prst="rect">
            <a:avLst/>
          </a:prstGeom>
        </p:spPr>
      </p:pic>
      <p:pic>
        <p:nvPicPr>
          <p:cNvPr id="1280" name="Picture 127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8C1A1D9-B330-C9E3-6B52-1FBAFB6E32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1" y="6194635"/>
            <a:ext cx="728713" cy="685800"/>
          </a:xfrm>
          <a:prstGeom prst="rect">
            <a:avLst/>
          </a:prstGeom>
        </p:spPr>
      </p:pic>
      <p:pic>
        <p:nvPicPr>
          <p:cNvPr id="1281" name="Picture 128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75DDBBC-1E59-1BD4-1DEA-66B36F878D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9" y="16666"/>
            <a:ext cx="728713" cy="685800"/>
          </a:xfrm>
          <a:prstGeom prst="rect">
            <a:avLst/>
          </a:prstGeom>
        </p:spPr>
      </p:pic>
      <p:pic>
        <p:nvPicPr>
          <p:cNvPr id="1282" name="Picture 128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CCE4010-3392-D89F-0BCF-F8ECDD4DCA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9" y="683236"/>
            <a:ext cx="728713" cy="685800"/>
          </a:xfrm>
          <a:prstGeom prst="rect">
            <a:avLst/>
          </a:prstGeom>
        </p:spPr>
      </p:pic>
      <p:pic>
        <p:nvPicPr>
          <p:cNvPr id="1283" name="Picture 128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182DC29-465E-CAEA-5652-6AC451B350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9" y="1365190"/>
            <a:ext cx="728713" cy="685800"/>
          </a:xfrm>
          <a:prstGeom prst="rect">
            <a:avLst/>
          </a:prstGeom>
        </p:spPr>
      </p:pic>
      <p:pic>
        <p:nvPicPr>
          <p:cNvPr id="1284" name="Picture 128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8C2B548-14C7-AA1A-19A8-C6A72A894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8" y="2060284"/>
            <a:ext cx="728713" cy="685800"/>
          </a:xfrm>
          <a:prstGeom prst="rect">
            <a:avLst/>
          </a:prstGeom>
        </p:spPr>
      </p:pic>
      <p:pic>
        <p:nvPicPr>
          <p:cNvPr id="1285" name="Picture 128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AC9D23BB-FF91-621C-A491-80B53B19B0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7" y="2761789"/>
            <a:ext cx="728713" cy="685800"/>
          </a:xfrm>
          <a:prstGeom prst="rect">
            <a:avLst/>
          </a:prstGeom>
        </p:spPr>
      </p:pic>
      <p:pic>
        <p:nvPicPr>
          <p:cNvPr id="1286" name="Picture 128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720D459-FD1A-75BA-5CFC-E8CB3CC757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1" y="702466"/>
            <a:ext cx="728713" cy="685800"/>
          </a:xfrm>
          <a:prstGeom prst="rect">
            <a:avLst/>
          </a:prstGeom>
        </p:spPr>
      </p:pic>
      <p:pic>
        <p:nvPicPr>
          <p:cNvPr id="1287" name="Picture 128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9255763-261A-9E1A-F756-EC29584215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1" y="1386984"/>
            <a:ext cx="728713" cy="685800"/>
          </a:xfrm>
          <a:prstGeom prst="rect">
            <a:avLst/>
          </a:prstGeom>
        </p:spPr>
      </p:pic>
      <p:pic>
        <p:nvPicPr>
          <p:cNvPr id="1288" name="Picture 128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3082C20-CE40-43E5-D7E8-029A72F4C2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1" y="2071502"/>
            <a:ext cx="728713" cy="685800"/>
          </a:xfrm>
          <a:prstGeom prst="rect">
            <a:avLst/>
          </a:prstGeom>
        </p:spPr>
      </p:pic>
      <p:pic>
        <p:nvPicPr>
          <p:cNvPr id="1289" name="Picture 128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8CBF19E-9C62-F579-2C20-5954DCED14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1" y="2761148"/>
            <a:ext cx="728713" cy="685800"/>
          </a:xfrm>
          <a:prstGeom prst="rect">
            <a:avLst/>
          </a:prstGeom>
        </p:spPr>
      </p:pic>
      <p:pic>
        <p:nvPicPr>
          <p:cNvPr id="1290" name="Picture 128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A13D2D0-DDA9-7972-84EA-9C99590C1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0" y="3446948"/>
            <a:ext cx="728713" cy="685800"/>
          </a:xfrm>
          <a:prstGeom prst="rect">
            <a:avLst/>
          </a:prstGeom>
        </p:spPr>
      </p:pic>
      <p:pic>
        <p:nvPicPr>
          <p:cNvPr id="1291" name="Picture 129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50A4C70-5171-8FD5-8BF6-4E8080BD77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0" y="4136594"/>
            <a:ext cx="728713" cy="685800"/>
          </a:xfrm>
          <a:prstGeom prst="rect">
            <a:avLst/>
          </a:prstGeom>
        </p:spPr>
      </p:pic>
      <p:pic>
        <p:nvPicPr>
          <p:cNvPr id="1292" name="Picture 129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A8B322C-539E-41DF-3CCF-DBA8BDEB67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09" y="4822394"/>
            <a:ext cx="728713" cy="685800"/>
          </a:xfrm>
          <a:prstGeom prst="rect">
            <a:avLst/>
          </a:prstGeom>
        </p:spPr>
      </p:pic>
      <p:pic>
        <p:nvPicPr>
          <p:cNvPr id="1293" name="Picture 129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A5B5860-97BB-4343-DE10-B53EF8A97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09" y="5508194"/>
            <a:ext cx="728713" cy="685800"/>
          </a:xfrm>
          <a:prstGeom prst="rect">
            <a:avLst/>
          </a:prstGeom>
        </p:spPr>
      </p:pic>
      <p:pic>
        <p:nvPicPr>
          <p:cNvPr id="1294" name="Picture 129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E49309E-D5C1-E646-F7DE-D23DEFFD26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08" y="6186302"/>
            <a:ext cx="728713" cy="685800"/>
          </a:xfrm>
          <a:prstGeom prst="rect">
            <a:avLst/>
          </a:prstGeom>
        </p:spPr>
      </p:pic>
      <p:pic>
        <p:nvPicPr>
          <p:cNvPr id="1295" name="Picture 129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A9D3F770-F779-7713-87C7-95FED43C4C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1" y="28204"/>
            <a:ext cx="728713" cy="685800"/>
          </a:xfrm>
          <a:prstGeom prst="rect">
            <a:avLst/>
          </a:prstGeom>
        </p:spPr>
      </p:pic>
      <p:pic>
        <p:nvPicPr>
          <p:cNvPr id="1296" name="Picture 129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0387145-ADD7-85A4-9795-20079C794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0" y="714004"/>
            <a:ext cx="728713" cy="685800"/>
          </a:xfrm>
          <a:prstGeom prst="rect">
            <a:avLst/>
          </a:prstGeom>
        </p:spPr>
      </p:pic>
      <p:pic>
        <p:nvPicPr>
          <p:cNvPr id="1297" name="Picture 129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785658E-05D5-7456-B923-11F835F25F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0" y="1398522"/>
            <a:ext cx="728713" cy="685800"/>
          </a:xfrm>
          <a:prstGeom prst="rect">
            <a:avLst/>
          </a:prstGeom>
        </p:spPr>
      </p:pic>
      <p:pic>
        <p:nvPicPr>
          <p:cNvPr id="1298" name="Picture 129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D52DBCB-60F1-A6CF-3F67-1E16E39C2A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0" y="2083040"/>
            <a:ext cx="728713" cy="685800"/>
          </a:xfrm>
          <a:prstGeom prst="rect">
            <a:avLst/>
          </a:prstGeom>
        </p:spPr>
      </p:pic>
      <p:pic>
        <p:nvPicPr>
          <p:cNvPr id="1299" name="Picture 129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400C1BA-E150-3383-4EC9-12E2405623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0" y="2772686"/>
            <a:ext cx="728713" cy="685800"/>
          </a:xfrm>
          <a:prstGeom prst="rect">
            <a:avLst/>
          </a:prstGeom>
        </p:spPr>
      </p:pic>
      <p:pic>
        <p:nvPicPr>
          <p:cNvPr id="1300" name="Picture 129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923E37F-2BB8-36A6-FA0B-6AA369A198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5" y="3442461"/>
            <a:ext cx="728713" cy="685800"/>
          </a:xfrm>
          <a:prstGeom prst="rect">
            <a:avLst/>
          </a:prstGeom>
        </p:spPr>
      </p:pic>
      <p:pic>
        <p:nvPicPr>
          <p:cNvPr id="1301" name="Picture 130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6871938-31D5-58E7-A9C4-C5B363699E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5" y="4129543"/>
            <a:ext cx="728713" cy="685800"/>
          </a:xfrm>
          <a:prstGeom prst="rect">
            <a:avLst/>
          </a:prstGeom>
        </p:spPr>
      </p:pic>
      <p:pic>
        <p:nvPicPr>
          <p:cNvPr id="1302" name="Picture 130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FFD9C3A-E372-B819-7BB5-108A9DB632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4" y="4826240"/>
            <a:ext cx="728713" cy="685800"/>
          </a:xfrm>
          <a:prstGeom prst="rect">
            <a:avLst/>
          </a:prstGeom>
        </p:spPr>
      </p:pic>
      <p:pic>
        <p:nvPicPr>
          <p:cNvPr id="1303" name="Picture 130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967E9B2-AE65-4A28-AA84-96C6F4CC4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2" y="5509476"/>
            <a:ext cx="728713" cy="685800"/>
          </a:xfrm>
          <a:prstGeom prst="rect">
            <a:avLst/>
          </a:prstGeom>
        </p:spPr>
      </p:pic>
      <p:pic>
        <p:nvPicPr>
          <p:cNvPr id="1304" name="Picture 130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90E8290-92F1-C6FF-A104-C74B60F599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0" y="6200404"/>
            <a:ext cx="728713" cy="685800"/>
          </a:xfrm>
          <a:prstGeom prst="rect">
            <a:avLst/>
          </a:prstGeom>
        </p:spPr>
      </p:pic>
      <p:pic>
        <p:nvPicPr>
          <p:cNvPr id="1305" name="Picture 130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AB701509-05AF-0C94-9CA0-7BDD8D9D0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8" y="22435"/>
            <a:ext cx="728713" cy="685800"/>
          </a:xfrm>
          <a:prstGeom prst="rect">
            <a:avLst/>
          </a:prstGeom>
        </p:spPr>
      </p:pic>
      <p:pic>
        <p:nvPicPr>
          <p:cNvPr id="1306" name="Picture 130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9AD7B04-65E6-D942-5DAA-AC1931ACD2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8" y="689005"/>
            <a:ext cx="728713" cy="685800"/>
          </a:xfrm>
          <a:prstGeom prst="rect">
            <a:avLst/>
          </a:prstGeom>
        </p:spPr>
      </p:pic>
      <p:pic>
        <p:nvPicPr>
          <p:cNvPr id="1307" name="Picture 130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E75CFF0-8898-8E80-C93B-1C1FC8AEDA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8" y="1370959"/>
            <a:ext cx="728713" cy="685800"/>
          </a:xfrm>
          <a:prstGeom prst="rect">
            <a:avLst/>
          </a:prstGeom>
        </p:spPr>
      </p:pic>
      <p:pic>
        <p:nvPicPr>
          <p:cNvPr id="1308" name="Picture 130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855A0EA-065A-D80F-19F2-E2C10A7B1E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7" y="2066053"/>
            <a:ext cx="728713" cy="685800"/>
          </a:xfrm>
          <a:prstGeom prst="rect">
            <a:avLst/>
          </a:prstGeom>
        </p:spPr>
      </p:pic>
      <p:pic>
        <p:nvPicPr>
          <p:cNvPr id="1309" name="Picture 130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623925B-DFA9-F691-A690-FED54CA2E7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6" y="2767558"/>
            <a:ext cx="728713" cy="685800"/>
          </a:xfrm>
          <a:prstGeom prst="rect">
            <a:avLst/>
          </a:prstGeom>
        </p:spPr>
      </p:pic>
      <p:pic>
        <p:nvPicPr>
          <p:cNvPr id="1310" name="Picture 130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288EC51-2758-7136-A154-654B7EC29B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8" y="707594"/>
            <a:ext cx="728713" cy="685800"/>
          </a:xfrm>
          <a:prstGeom prst="rect">
            <a:avLst/>
          </a:prstGeom>
        </p:spPr>
      </p:pic>
      <p:pic>
        <p:nvPicPr>
          <p:cNvPr id="1311" name="Picture 131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9DA9F0C-2628-3F15-C5EF-97F1874B09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8" y="1392112"/>
            <a:ext cx="728713" cy="685800"/>
          </a:xfrm>
          <a:prstGeom prst="rect">
            <a:avLst/>
          </a:prstGeom>
        </p:spPr>
      </p:pic>
      <p:pic>
        <p:nvPicPr>
          <p:cNvPr id="1312" name="Picture 131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03DB0F0-2A13-F5AB-36B1-6522C3BEF0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8" y="2076630"/>
            <a:ext cx="728713" cy="685800"/>
          </a:xfrm>
          <a:prstGeom prst="rect">
            <a:avLst/>
          </a:prstGeom>
        </p:spPr>
      </p:pic>
      <p:pic>
        <p:nvPicPr>
          <p:cNvPr id="1313" name="Picture 131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C1108FC-84BA-9114-6E56-8BA0443420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8" y="2766276"/>
            <a:ext cx="728713" cy="685800"/>
          </a:xfrm>
          <a:prstGeom prst="rect">
            <a:avLst/>
          </a:prstGeom>
        </p:spPr>
      </p:pic>
      <p:pic>
        <p:nvPicPr>
          <p:cNvPr id="1314" name="Picture 131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3BBBC2B-2DB3-E591-2904-2B24285A8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7" y="3452076"/>
            <a:ext cx="728713" cy="685800"/>
          </a:xfrm>
          <a:prstGeom prst="rect">
            <a:avLst/>
          </a:prstGeom>
        </p:spPr>
      </p:pic>
      <p:pic>
        <p:nvPicPr>
          <p:cNvPr id="1315" name="Picture 131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2F4B4EA-D5A7-1209-A176-CDDC5951C1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7" y="4141722"/>
            <a:ext cx="728713" cy="685800"/>
          </a:xfrm>
          <a:prstGeom prst="rect">
            <a:avLst/>
          </a:prstGeom>
        </p:spPr>
      </p:pic>
      <p:pic>
        <p:nvPicPr>
          <p:cNvPr id="1316" name="Picture 131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0D6A721-4287-6CED-9946-CC1F3B0A04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6" y="4827522"/>
            <a:ext cx="728713" cy="685800"/>
          </a:xfrm>
          <a:prstGeom prst="rect">
            <a:avLst/>
          </a:prstGeom>
        </p:spPr>
      </p:pic>
      <p:pic>
        <p:nvPicPr>
          <p:cNvPr id="1317" name="Picture 131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A72146BA-F0CE-0D2A-C3C8-FE3C8513B3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6" y="5513322"/>
            <a:ext cx="728713" cy="685800"/>
          </a:xfrm>
          <a:prstGeom prst="rect">
            <a:avLst/>
          </a:prstGeom>
        </p:spPr>
      </p:pic>
      <p:pic>
        <p:nvPicPr>
          <p:cNvPr id="1318" name="Picture 131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9528ABA-3508-DC51-E761-05CE43E37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5" y="6191430"/>
            <a:ext cx="728713" cy="685800"/>
          </a:xfrm>
          <a:prstGeom prst="rect">
            <a:avLst/>
          </a:prstGeom>
        </p:spPr>
      </p:pic>
      <p:pic>
        <p:nvPicPr>
          <p:cNvPr id="1319" name="Picture 131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DC83F00-19F5-4320-991C-CFAE65188A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8" y="33332"/>
            <a:ext cx="728713" cy="685800"/>
          </a:xfrm>
          <a:prstGeom prst="rect">
            <a:avLst/>
          </a:prstGeom>
        </p:spPr>
      </p:pic>
      <p:pic>
        <p:nvPicPr>
          <p:cNvPr id="1320" name="Picture 131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27991AD-40F1-5F4A-7DCF-D1639B12D3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7" y="719132"/>
            <a:ext cx="728713" cy="685800"/>
          </a:xfrm>
          <a:prstGeom prst="rect">
            <a:avLst/>
          </a:prstGeom>
        </p:spPr>
      </p:pic>
      <p:pic>
        <p:nvPicPr>
          <p:cNvPr id="1321" name="Picture 132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B49A21C-1567-C9B4-597A-8CB82BA103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7" y="1403650"/>
            <a:ext cx="728713" cy="685800"/>
          </a:xfrm>
          <a:prstGeom prst="rect">
            <a:avLst/>
          </a:prstGeom>
        </p:spPr>
      </p:pic>
      <p:pic>
        <p:nvPicPr>
          <p:cNvPr id="1322" name="Picture 132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ADFA3E4-6EC7-6B44-6044-FCB32E5F83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7" y="2088168"/>
            <a:ext cx="728713" cy="685800"/>
          </a:xfrm>
          <a:prstGeom prst="rect">
            <a:avLst/>
          </a:prstGeom>
        </p:spPr>
      </p:pic>
      <p:pic>
        <p:nvPicPr>
          <p:cNvPr id="1323" name="Picture 132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58CA46B-2DB0-F185-1802-83A460D66F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7" y="2777814"/>
            <a:ext cx="728713" cy="685800"/>
          </a:xfrm>
          <a:prstGeom prst="rect">
            <a:avLst/>
          </a:prstGeom>
        </p:spPr>
      </p:pic>
      <p:pic>
        <p:nvPicPr>
          <p:cNvPr id="1324" name="Picture 132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80E2086-9AAD-ED40-122A-E5B1B08B84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2" y="3447589"/>
            <a:ext cx="728713" cy="685800"/>
          </a:xfrm>
          <a:prstGeom prst="rect">
            <a:avLst/>
          </a:prstGeom>
        </p:spPr>
      </p:pic>
      <p:pic>
        <p:nvPicPr>
          <p:cNvPr id="1325" name="Picture 132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141081F-EEDF-2095-2979-A9D4E8BFDD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2" y="4134671"/>
            <a:ext cx="728713" cy="685800"/>
          </a:xfrm>
          <a:prstGeom prst="rect">
            <a:avLst/>
          </a:prstGeom>
        </p:spPr>
      </p:pic>
      <p:pic>
        <p:nvPicPr>
          <p:cNvPr id="1326" name="Picture 132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4B4809F-6827-1FCD-5BA9-40C9773455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1" y="4831368"/>
            <a:ext cx="728713" cy="685800"/>
          </a:xfrm>
          <a:prstGeom prst="rect">
            <a:avLst/>
          </a:prstGeom>
        </p:spPr>
      </p:pic>
      <p:pic>
        <p:nvPicPr>
          <p:cNvPr id="1327" name="Picture 132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BD3C723-665E-A5CA-83BC-4FBD3DF906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09" y="5514604"/>
            <a:ext cx="728713" cy="685800"/>
          </a:xfrm>
          <a:prstGeom prst="rect">
            <a:avLst/>
          </a:prstGeom>
        </p:spPr>
      </p:pic>
      <p:pic>
        <p:nvPicPr>
          <p:cNvPr id="1328" name="Picture 132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7B4DC97-BF4F-E102-4A22-0F55320BE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20" y="6164508"/>
            <a:ext cx="728713" cy="685800"/>
          </a:xfrm>
          <a:prstGeom prst="rect">
            <a:avLst/>
          </a:prstGeom>
        </p:spPr>
      </p:pic>
      <p:pic>
        <p:nvPicPr>
          <p:cNvPr id="1329" name="Picture 132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39B7707-5BFD-CEFE-808A-FE2708FC98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5" y="27563"/>
            <a:ext cx="728713" cy="685800"/>
          </a:xfrm>
          <a:prstGeom prst="rect">
            <a:avLst/>
          </a:prstGeom>
        </p:spPr>
      </p:pic>
      <p:pic>
        <p:nvPicPr>
          <p:cNvPr id="1330" name="Picture 132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57AC36C-42DC-C8BA-2C88-AC9E4D49E5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5" y="694133"/>
            <a:ext cx="728713" cy="685800"/>
          </a:xfrm>
          <a:prstGeom prst="rect">
            <a:avLst/>
          </a:prstGeom>
        </p:spPr>
      </p:pic>
      <p:pic>
        <p:nvPicPr>
          <p:cNvPr id="1331" name="Picture 133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6FB34AB-870F-105D-EB60-F615ADD7F9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5" y="1376087"/>
            <a:ext cx="728713" cy="685800"/>
          </a:xfrm>
          <a:prstGeom prst="rect">
            <a:avLst/>
          </a:prstGeom>
        </p:spPr>
      </p:pic>
      <p:pic>
        <p:nvPicPr>
          <p:cNvPr id="1332" name="Picture 133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CC521C9-52BA-6CEE-1153-F4378AF56B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4" y="2071181"/>
            <a:ext cx="728713" cy="685800"/>
          </a:xfrm>
          <a:prstGeom prst="rect">
            <a:avLst/>
          </a:prstGeom>
        </p:spPr>
      </p:pic>
      <p:pic>
        <p:nvPicPr>
          <p:cNvPr id="1333" name="Picture 133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0878750-C844-7E12-7052-A3C013D9DC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3" y="2772686"/>
            <a:ext cx="728713" cy="685800"/>
          </a:xfrm>
          <a:prstGeom prst="rect">
            <a:avLst/>
          </a:prstGeom>
        </p:spPr>
      </p:pic>
      <p:pic>
        <p:nvPicPr>
          <p:cNvPr id="1334" name="Picture 133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BD47AF8-2DA9-C448-6162-C0FA32DB90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5" y="3427501"/>
            <a:ext cx="728713" cy="685800"/>
          </a:xfrm>
          <a:prstGeom prst="rect">
            <a:avLst/>
          </a:prstGeom>
        </p:spPr>
      </p:pic>
      <p:pic>
        <p:nvPicPr>
          <p:cNvPr id="1335" name="Picture 133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2D85636-935E-1BB2-E468-EC3732532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5" y="4114583"/>
            <a:ext cx="728713" cy="685800"/>
          </a:xfrm>
          <a:prstGeom prst="rect">
            <a:avLst/>
          </a:prstGeom>
        </p:spPr>
      </p:pic>
      <p:pic>
        <p:nvPicPr>
          <p:cNvPr id="1336" name="Picture 133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E632A95-BD13-20AE-B270-5D0C654FF1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4" y="4811280"/>
            <a:ext cx="728713" cy="685800"/>
          </a:xfrm>
          <a:prstGeom prst="rect">
            <a:avLst/>
          </a:prstGeom>
        </p:spPr>
      </p:pic>
      <p:pic>
        <p:nvPicPr>
          <p:cNvPr id="1337" name="Picture 133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0BC2D1A-315A-852F-5615-C67653DF83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2" y="5494516"/>
            <a:ext cx="728713" cy="685800"/>
          </a:xfrm>
          <a:prstGeom prst="rect">
            <a:avLst/>
          </a:prstGeom>
        </p:spPr>
      </p:pic>
      <p:pic>
        <p:nvPicPr>
          <p:cNvPr id="1338" name="Picture 133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E300E55-3B03-1576-4C15-C4B48AB60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0" y="6185444"/>
            <a:ext cx="728713" cy="685800"/>
          </a:xfrm>
          <a:prstGeom prst="rect">
            <a:avLst/>
          </a:prstGeom>
        </p:spPr>
      </p:pic>
      <p:pic>
        <p:nvPicPr>
          <p:cNvPr id="1339" name="Picture 133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037B574-4E49-55C0-5C4D-33406BBFA1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8" y="7475"/>
            <a:ext cx="728713" cy="685800"/>
          </a:xfrm>
          <a:prstGeom prst="rect">
            <a:avLst/>
          </a:prstGeom>
        </p:spPr>
      </p:pic>
      <p:pic>
        <p:nvPicPr>
          <p:cNvPr id="1340" name="Picture 133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A2ED7C18-0FEE-39F3-E464-8D391AA42E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8" y="674045"/>
            <a:ext cx="728713" cy="685800"/>
          </a:xfrm>
          <a:prstGeom prst="rect">
            <a:avLst/>
          </a:prstGeom>
        </p:spPr>
      </p:pic>
      <p:pic>
        <p:nvPicPr>
          <p:cNvPr id="1341" name="Picture 134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8358490-4412-1EAA-7C1E-86111D2182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8" y="1355999"/>
            <a:ext cx="728713" cy="685800"/>
          </a:xfrm>
          <a:prstGeom prst="rect">
            <a:avLst/>
          </a:prstGeom>
        </p:spPr>
      </p:pic>
      <p:pic>
        <p:nvPicPr>
          <p:cNvPr id="1342" name="Picture 134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A398F1BB-61A2-59B4-86A7-CB714C5B65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7" y="2051093"/>
            <a:ext cx="728713" cy="685800"/>
          </a:xfrm>
          <a:prstGeom prst="rect">
            <a:avLst/>
          </a:prstGeom>
        </p:spPr>
      </p:pic>
      <p:pic>
        <p:nvPicPr>
          <p:cNvPr id="1343" name="Picture 134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5FCD4A5-6A1E-D314-5376-AA6F1C213F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6" y="2752598"/>
            <a:ext cx="728713" cy="685800"/>
          </a:xfrm>
          <a:prstGeom prst="rect">
            <a:avLst/>
          </a:prstGeom>
        </p:spPr>
      </p:pic>
      <p:sp>
        <p:nvSpPr>
          <p:cNvPr id="1344" name="TextBox 1343">
            <a:extLst>
              <a:ext uri="{FF2B5EF4-FFF2-40B4-BE49-F238E27FC236}">
                <a16:creationId xmlns:a16="http://schemas.microsoft.com/office/drawing/2014/main" id="{A9BD58FF-3B65-0475-1685-EFF98405704B}"/>
              </a:ext>
            </a:extLst>
          </p:cNvPr>
          <p:cNvSpPr txBox="1"/>
          <p:nvPr/>
        </p:nvSpPr>
        <p:spPr>
          <a:xfrm>
            <a:off x="-5" y="21476"/>
            <a:ext cx="1457407" cy="68855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45" name="TextBox 1344">
            <a:extLst>
              <a:ext uri="{FF2B5EF4-FFF2-40B4-BE49-F238E27FC236}">
                <a16:creationId xmlns:a16="http://schemas.microsoft.com/office/drawing/2014/main" id="{95643C67-E459-8468-122C-942D7632F067}"/>
              </a:ext>
            </a:extLst>
          </p:cNvPr>
          <p:cNvSpPr txBox="1"/>
          <p:nvPr/>
        </p:nvSpPr>
        <p:spPr>
          <a:xfrm>
            <a:off x="11936325" y="-18589"/>
            <a:ext cx="25564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\</a:t>
            </a:r>
          </a:p>
        </p:txBody>
      </p:sp>
      <p:sp>
        <p:nvSpPr>
          <p:cNvPr id="1346" name="TextBox 1345">
            <a:extLst>
              <a:ext uri="{FF2B5EF4-FFF2-40B4-BE49-F238E27FC236}">
                <a16:creationId xmlns:a16="http://schemas.microsoft.com/office/drawing/2014/main" id="{C9C0A50A-DF04-1AD5-59F1-C6C6ACFAB7E3}"/>
              </a:ext>
            </a:extLst>
          </p:cNvPr>
          <p:cNvSpPr txBox="1"/>
          <p:nvPr/>
        </p:nvSpPr>
        <p:spPr>
          <a:xfrm>
            <a:off x="10734564" y="-12500"/>
            <a:ext cx="1457407" cy="68855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47" name="TextBox 1346">
            <a:extLst>
              <a:ext uri="{FF2B5EF4-FFF2-40B4-BE49-F238E27FC236}">
                <a16:creationId xmlns:a16="http://schemas.microsoft.com/office/drawing/2014/main" id="{767D658F-1BAC-51EE-00C0-988EEF4FF8C1}"/>
              </a:ext>
            </a:extLst>
          </p:cNvPr>
          <p:cNvSpPr txBox="1"/>
          <p:nvPr/>
        </p:nvSpPr>
        <p:spPr>
          <a:xfrm rot="5400000" flipH="1">
            <a:off x="5763544" y="-5760581"/>
            <a:ext cx="664884" cy="1219197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8642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1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Allan Khariton</dc:creator>
  <cp:lastModifiedBy>Allan Khariton</cp:lastModifiedBy>
  <cp:revision>6</cp:revision>
  <dcterms:created xsi:type="dcterms:W3CDTF">2025-10-09T01:13:00Z</dcterms:created>
  <dcterms:modified xsi:type="dcterms:W3CDTF">2025-10-09T02:36:56Z</dcterms:modified>
</cp:coreProperties>
</file>